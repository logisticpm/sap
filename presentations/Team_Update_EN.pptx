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15c05c4fa04909" /><Relationship Type="http://schemas.openxmlformats.org/officeDocument/2006/relationships/extended-properties" Target="/docProps/app.xml" Id="Ra3caec1e937340be" /><Relationship Type="http://schemas.openxmlformats.org/officeDocument/2006/relationships/officeDocument" Target="/ppt/presentation.xml" Id="R79307759332c4428" /></Relationships>
</file>

<file path=ppt/presentation.xml><?xml version="1.0" encoding="utf-8"?>
<p:presentation xmlns:p="http://schemas.openxmlformats.org/presentationml/2006/main">
  <p:sldMasterIdLst>
    <p:sldMasterId xmlns:r="http://schemas.openxmlformats.org/officeDocument/2006/relationships" id="2147483648" r:id="R8d15a58fb70b4ed2"/>
  </p:sldMasterIdLst>
  <p:notesMasterIdLst>
    <p:notesMasterId xmlns:r="http://schemas.openxmlformats.org/officeDocument/2006/relationships" r:id="Re80c7b06251442f3"/>
  </p:notesMasterIdLst>
  <p:sldIdLst>
    <p:sldId xmlns:r="http://schemas.openxmlformats.org/officeDocument/2006/relationships" id="256" r:id="Rf82e558325eb46da"/>
    <p:sldId xmlns:r="http://schemas.openxmlformats.org/officeDocument/2006/relationships" id="257" r:id="R6d83e305926e4b4f"/>
    <p:sldId xmlns:r="http://schemas.openxmlformats.org/officeDocument/2006/relationships" id="258" r:id="Rf2b422bdde73476e"/>
    <p:sldId xmlns:r="http://schemas.openxmlformats.org/officeDocument/2006/relationships" id="259" r:id="R8f7210e751aa43e9"/>
    <p:sldId xmlns:r="http://schemas.openxmlformats.org/officeDocument/2006/relationships" id="260" r:id="R4d70f5f3c81d4d6b"/>
    <p:sldId xmlns:r="http://schemas.openxmlformats.org/officeDocument/2006/relationships" id="261" r:id="R2ec6a95d33f2435f"/>
    <p:sldId xmlns:r="http://schemas.openxmlformats.org/officeDocument/2006/relationships" id="262" r:id="R4b3188d9910c4c07"/>
    <p:sldId xmlns:r="http://schemas.openxmlformats.org/officeDocument/2006/relationships" id="263" r:id="Rbed1d2ca0e4640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b983ff3de24039" /><Relationship Type="http://schemas.openxmlformats.org/officeDocument/2006/relationships/slideMaster" Target="/ppt/slideMasters/slideMaster1.xml" Id="R8d15a58fb70b4ed2" /><Relationship Type="http://schemas.openxmlformats.org/officeDocument/2006/relationships/notesMaster" Target="/ppt/notesMasters/notesMaster1.xml" Id="Re80c7b06251442f3" /><Relationship Type="http://schemas.openxmlformats.org/officeDocument/2006/relationships/presProps" Target="/ppt/presProps.xml" Id="R3233c6dd540f4cbd" /><Relationship Type="http://schemas.openxmlformats.org/officeDocument/2006/relationships/tableStyles" Target="/ppt/tableStyles.xml" Id="R9ec9149fd9f14e1f" /><Relationship Type="http://schemas.openxmlformats.org/officeDocument/2006/relationships/slide" Target="/ppt/slides/slide1.xml" Id="Rf82e558325eb46da" /><Relationship Type="http://schemas.openxmlformats.org/officeDocument/2006/relationships/slide" Target="/ppt/slides/slide2.xml" Id="R6d83e305926e4b4f" /><Relationship Type="http://schemas.openxmlformats.org/officeDocument/2006/relationships/slide" Target="/ppt/slides/slide3.xml" Id="Rf2b422bdde73476e" /><Relationship Type="http://schemas.openxmlformats.org/officeDocument/2006/relationships/slide" Target="/ppt/slides/slide4.xml" Id="R8f7210e751aa43e9" /><Relationship Type="http://schemas.openxmlformats.org/officeDocument/2006/relationships/slide" Target="/ppt/slides/slide5.xml" Id="R4d70f5f3c81d4d6b" /><Relationship Type="http://schemas.openxmlformats.org/officeDocument/2006/relationships/slide" Target="/ppt/slides/slide6.xml" Id="R2ec6a95d33f2435f" /><Relationship Type="http://schemas.openxmlformats.org/officeDocument/2006/relationships/slide" Target="/ppt/slides/slide7.xml" Id="R4b3188d9910c4c07" /><Relationship Type="http://schemas.openxmlformats.org/officeDocument/2006/relationships/slide" Target="/ppt/slides/slide8.xml" Id="Rbed1d2ca0e4640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c36fcd5e614d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24f52b854b4be6" /><Relationship Type="http://schemas.openxmlformats.org/officeDocument/2006/relationships/notesMaster" Target="/ppt/notesMasters/notesMaster1.xml" Id="Rb67645c1ce214c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7bbee0fdc341f1" /><Relationship Type="http://schemas.openxmlformats.org/officeDocument/2006/relationships/notesMaster" Target="/ppt/notesMasters/notesMaster1.xml" Id="Rb3e2337ace8340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6702a35fcb4d8c" /><Relationship Type="http://schemas.openxmlformats.org/officeDocument/2006/relationships/notesMaster" Target="/ppt/notesMasters/notesMaster1.xml" Id="R1a63b2b5b1604b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ceaef98e5b4ed3" /><Relationship Type="http://schemas.openxmlformats.org/officeDocument/2006/relationships/notesMaster" Target="/ppt/notesMasters/notesMaster1.xml" Id="Racf0bd9156aa47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fb9f06128b428a" /><Relationship Type="http://schemas.openxmlformats.org/officeDocument/2006/relationships/notesMaster" Target="/ppt/notesMasters/notesMaster1.xml" Id="Rdbd05a9bb4e44b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526caea2c34e59" /><Relationship Type="http://schemas.openxmlformats.org/officeDocument/2006/relationships/notesMaster" Target="/ppt/notesMasters/notesMaster1.xml" Id="Rc55cfce90c1040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a4a6616b394cf8" /><Relationship Type="http://schemas.openxmlformats.org/officeDocument/2006/relationships/notesMaster" Target="/ppt/notesMasters/notesMaster1.xml" Id="R0d6207b5bf5746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dd13282acd46af" /><Relationship Type="http://schemas.openxmlformats.org/officeDocument/2006/relationships/notesMaster" Target="/ppt/notesMasters/notesMaster1.xml" Id="R49e0a97af87e45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Demand Pulse helps a retail planner decide whether an additional-supply inquiry is still worth pursuing. Responsive Network connects the planner and supplier workspaces around one inquiry. We now have real model execution and visible tool activity, with separate supplier disclosure and planner authorization. This briefing covers the current v31 demo, not a deployed service.</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 The synthetic case is OJ-250 orange juice for Toronto DC, supplied by NorthOrchard. Demand may have moved beyond the original plan. Stockouts can hide demand, but the current demo does not establish the size of incremental demand. A conditional arrival is not a delivery commitment. The supplier must check carrier acceptance, capacity, a receiving slot and QA. The planner decides whether to investigate an alternative or stop. Original procurement remains unchanged.</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 Start at http://127.0.0.1:8794/ and choose a mode. Historical replay reuses recorded real outputs without new calls. Real execution calls Claude Sonnet 4.6 against the same frozen synthetic materials. In the supplier workspace, the activity panel displays actual source reads, expandable text, citations and rule correction events. Findings appear after a successful submission. The screenshot shows the completed real investigation reading the human mandate. Tool visibility is not a claim that the underlying business facts are real.</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1:45–2:25. The actual test began with carrier acceptance unknown and the Agent requesting confirmation. A simulated logistics reply then explicitly declined the movement. The next action changed to human choice. QA remained unknown because a missing release record is not rejection. After the planner authorized investigation, a new real call read that mandate and prepared an alternative inquiry. This comparison describes the supplier-side real execution sequence. The planner does not see the initial private draft. On first disclosure we show no prior authorized version.</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2:25–3:10. The planner receives only a supplier-authorized summary and condition fields. The updated screen separates the shared assessment, available Agent work and the human decision. First disclosure has no invented before-and-after comparison. Later updates compare only authorized versions, and the previous shared version stays visible while a new draft awaits disclosure. Investigating authorizes another inquiry, not booking, payment or a purchase. Stopping closes follow-up while retaining the original plan. This screenshot is historical replay, which is clearly labeled in the live workbench.</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3:10–3:50. The proposed product complements retailer procurement in SAP. The retailer supplies baseline procurement context. Our workspace brings back a supplier-authorized response and the approved disposition. Supplier participation should not require replacing their internal system. However, v31 does not call SAP or send messages to suppliers. Earlier demo procurement reads and return records are simulated. We still need to verify the business-object mapping, approval policy and deployment cost. Possible SAP value is broader supplier participation and more complete procurement information. New SAP customers and paid projects are hypotheses, not established outcomes.</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We have real model calls, source reads, citations, visible correction events and local disclosure boundaries. The latest real walkthrough completed three reviews and twelve model requests. The planner update passed twenty-one automated checks, and browser checks exercised disclosure and decision branches. These are engineering checks rather than an estimate of task accuracy. Business evidence and department messages remain synthetic. We have no verified time saving, fulfillment gain, willingness to pay or incremental advantage over a strong rule baseline. The model can still produce imperfect prose, so unknown QA never grants permission to ship.</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4:30–5:00. The next milestone is one recent replenishment task with a planner and supplier. Freeze the material, information timing, budget and scoring rules. Compare the current process, a strong form-and-rule workflow and Agent assistance. Measure critical errors, active human time and corrections before estimating commercial value. We can show v31 now. The next decision is whether to recruit those participants and validate that the workflow is worth using. For today, historical replay is available without new model spend.</a:t>
            </a:r>
          </a:p>
          <a:p xmlns:a="http://schemas.openxmlformats.org/drawingml/2006/main">
            <a:r>
              <a:t/>
            </a:r>
          </a:p>
          <a:p xmlns:a="http://schemas.openxmlformats.org/drawingml/2006/main">
            <a:r>
              <a:t>Evidence: local v31 session 810b310d736d406e839bb9549d301ce5; deliverable/competition_v31_activity_20261024/validation.json; v31 test_workbench.py; current local UI. Business records are synthetic. SAP integration and product benefits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423201d97f4d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a95b22aace46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f597c40fe14f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b4dabcf4f649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3cec047a5743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e6d51dfcf040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309DA3-7230-4B1C-AA0D-03B6F1E34B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CEDB59-A1B9-4ED6-876D-B7FFFE86AC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EB0797-19CF-440B-A79A-FA608F8124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77BC6D-F3EA-4FD9-B71F-4A1DF70442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C3438-D5A5-446C-9A63-B4120C1375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982F98-C529-44D1-9581-14D2869F18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A8056E-B359-42A1-BAA4-93980CBA2F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B5AAF2-A587-40A5-8098-D1FF1F320F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E0056A-5DE9-46F2-9F2A-C77D622337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EB1B48-4208-4D6A-8C78-7C49E36666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1f55f0ae374ca3" /><Relationship Type="http://schemas.openxmlformats.org/officeDocument/2006/relationships/slideLayout" Target="/ppt/slideLayouts/slideLayout1.xml" Id="R0c64d86b45904495" /><Relationship Type="http://schemas.openxmlformats.org/officeDocument/2006/relationships/slideLayout" Target="/ppt/slideLayouts/slideLayout2.xml" Id="R2882b66bf5554b54" /><Relationship Type="http://schemas.openxmlformats.org/officeDocument/2006/relationships/slideLayout" Target="/ppt/slideLayouts/slideLayout3.xml" Id="R4bc6cc19444f4079" /><Relationship Type="http://schemas.openxmlformats.org/officeDocument/2006/relationships/slideLayout" Target="/ppt/slideLayouts/slideLayout4.xml" Id="Ra2fba3e21b8745f0" /><Relationship Type="http://schemas.openxmlformats.org/officeDocument/2006/relationships/slideLayout" Target="/ppt/slideLayouts/slideLayout5.xml" Id="R17d562632f2a4e5e" /><Relationship Type="http://schemas.openxmlformats.org/officeDocument/2006/relationships/slideLayout" Target="/ppt/slideLayouts/slideLayout6.xml" Id="Rfe2b94f7383e40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64d86b45904495"/>
    <p:sldLayoutId xmlns:r="http://schemas.openxmlformats.org/officeDocument/2006/relationships" id="2147483650" r:id="R2882b66bf5554b54"/>
    <p:sldLayoutId xmlns:r="http://schemas.openxmlformats.org/officeDocument/2006/relationships" id="2147483651" r:id="R4bc6cc19444f4079"/>
    <p:sldLayoutId xmlns:r="http://schemas.openxmlformats.org/officeDocument/2006/relationships" id="2147483652" r:id="Ra2fba3e21b8745f0"/>
    <p:sldLayoutId xmlns:r="http://schemas.openxmlformats.org/officeDocument/2006/relationships" id="2147483653" r:id="R17d562632f2a4e5e"/>
    <p:sldLayoutId xmlns:r="http://schemas.openxmlformats.org/officeDocument/2006/relationships" id="2147483654" r:id="Rfe2b94f7383e40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1bb0e32ede4bb7" /><Relationship Type="http://schemas.openxmlformats.org/officeDocument/2006/relationships/notesSlide" Target="/ppt/notesSlides/notesSlide1.xml" Id="Rb0486932ffab47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875a0a9abe41ef" /><Relationship Type="http://schemas.openxmlformats.org/officeDocument/2006/relationships/notesSlide" Target="/ppt/notesSlides/notesSlide2.xml" Id="R89999d41a4f148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977712256a4603" /><Relationship Type="http://schemas.openxmlformats.org/officeDocument/2006/relationships/image" Target="/ppt/media/image.jpeg" Id="Rbd5d66e601f04aa5" /><Relationship Type="http://schemas.openxmlformats.org/officeDocument/2006/relationships/notesSlide" Target="/ppt/notesSlides/notesSlide3.xml" Id="R457688b7876346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86c38b823646be" /><Relationship Type="http://schemas.openxmlformats.org/officeDocument/2006/relationships/notesSlide" Target="/ppt/notesSlides/notesSlide4.xml" Id="R05c0a058c09d48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7e16c7462c4c71" /><Relationship Type="http://schemas.openxmlformats.org/officeDocument/2006/relationships/image" Target="/ppt/media/image2.jpeg" Id="Rab98ae9f7d944d35" /><Relationship Type="http://schemas.openxmlformats.org/officeDocument/2006/relationships/notesSlide" Target="/ppt/notesSlides/notesSlide5.xml" Id="R73ffaa18e1d848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fd7c1a37254843" /><Relationship Type="http://schemas.openxmlformats.org/officeDocument/2006/relationships/notesSlide" Target="/ppt/notesSlides/notesSlide6.xml" Id="Rfb55a9caa97a45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63d28b21cb448b" /><Relationship Type="http://schemas.openxmlformats.org/officeDocument/2006/relationships/notesSlide" Target="/ppt/notesSlides/notesSlide7.xml" Id="R16e1693794b448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ae8333029b4802" /><Relationship Type="http://schemas.openxmlformats.org/officeDocument/2006/relationships/notesSlide" Target="/ppt/notesSlides/notesSlide8.xml" Id="R1ea64c7f1dde4bf3" /></Relationships>
</file>

<file path=ppt/slides/slide1.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81FA16-780E-4008-87BB-4C6B3AC6CBD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ptos"/>
                <a:ea typeface="Aptos"/>
                <a:cs typeface="Aptos"/>
              </a:defRPr>
            </a:defPPr>
            <a:lvl1pPr>
              <a:defRPr sz="3150" b="1">
                <a:solidFill>
                  <a:srgbClr val="FFFFFF"/>
                </a:solidFill>
                <a:latin typeface="Aptos"/>
                <a:ea typeface="Aptos"/>
                <a:cs typeface="Aptos"/>
              </a:defRPr>
            </a:lvl1pPr>
            <a:lvl2pPr>
              <a:defRPr sz="3150" b="1">
                <a:solidFill>
                  <a:srgbClr val="FFFFFF"/>
                </a:solidFill>
                <a:latin typeface="Aptos"/>
                <a:ea typeface="Aptos"/>
                <a:cs typeface="Aptos"/>
              </a:defRPr>
            </a:lvl2pPr>
            <a:lvl3pPr>
              <a:defRPr sz="3150" b="1">
                <a:solidFill>
                  <a:srgbClr val="FFFFFF"/>
                </a:solidFill>
                <a:latin typeface="Aptos"/>
                <a:ea typeface="Aptos"/>
                <a:cs typeface="Aptos"/>
              </a:defRPr>
            </a:lvl3pPr>
            <a:lvl4pPr>
              <a:defRPr sz="3150" b="1">
                <a:solidFill>
                  <a:srgbClr val="FFFFFF"/>
                </a:solidFill>
                <a:latin typeface="Aptos"/>
                <a:ea typeface="Aptos"/>
                <a:cs typeface="Aptos"/>
              </a:defRPr>
            </a:lvl4pPr>
            <a:lvl5pPr>
              <a:defRPr sz="3150" b="1">
                <a:solidFill>
                  <a:srgbClr val="FFFFFF"/>
                </a:solidFill>
                <a:latin typeface="Aptos"/>
                <a:ea typeface="Aptos"/>
                <a:cs typeface="Aptos"/>
              </a:defRPr>
            </a:lvl5pPr>
            <a:lvl6pPr>
              <a:defRPr sz="3150" b="1">
                <a:solidFill>
                  <a:srgbClr val="FFFFFF"/>
                </a:solidFill>
                <a:latin typeface="Aptos"/>
                <a:ea typeface="Aptos"/>
                <a:cs typeface="Aptos"/>
              </a:defRPr>
            </a:lvl6pPr>
            <a:lvl7pPr>
              <a:defRPr sz="3150" b="1">
                <a:solidFill>
                  <a:srgbClr val="FFFFFF"/>
                </a:solidFill>
                <a:latin typeface="Aptos"/>
                <a:ea typeface="Aptos"/>
                <a:cs typeface="Aptos"/>
              </a:defRPr>
            </a:lvl7pPr>
            <a:lvl8pPr>
              <a:defRPr sz="3150" b="1">
                <a:solidFill>
                  <a:srgbClr val="FFFFFF"/>
                </a:solidFill>
                <a:latin typeface="Aptos"/>
                <a:ea typeface="Aptos"/>
                <a:cs typeface="Aptos"/>
              </a:defRPr>
            </a:lvl8pPr>
            <a:lvl9pPr>
              <a:defRPr sz="3150" b="1">
                <a:solidFill>
                  <a:srgbClr val="FFFFFF"/>
                </a:solidFill>
                <a:latin typeface="Aptos"/>
                <a:ea typeface="Aptos"/>
                <a:cs typeface="Aptos"/>
              </a:defRPr>
            </a:lvl9pPr>
          </a:lstStyle>
          <a:p xmlns:a="http://schemas.openxmlformats.org/drawingml/2006/main">
            <a:pPr>
              <a:defRPr sz="3150" b="1">
                <a:solidFill>
                  <a:srgbClr val="FFFFFF"/>
                </a:solidFill>
                <a:latin typeface="Aptos"/>
                <a:ea typeface="Aptos"/>
                <a:cs typeface="Aptos"/>
              </a:defRPr>
            </a:pPr>
            <a:r>
              <a:rPr sz="3150" b="1">
                <a:solidFill>
                  <a:srgbClr val="FFFFFF"/>
                </a:solidFill>
                <a:latin typeface="Aptos"/>
                <a:ea typeface="Aptos"/>
                <a:cs typeface="Aptos"/>
              </a:rPr>
              <a:t>Demand Pulse</a:t>
            </a:r>
          </a:p>
        </p:txBody>
      </p:sp>
      <p:sp>
        <p:nvSpPr>
          <p:cNvPr id="2" name="">
            <a:extLst xmlns:a="http://schemas.openxmlformats.org/drawingml/2006/main">
              <a:ext uri="{FF2B5EF4-FFF2-40B4-BE49-F238E27FC236}">
                <a16:creationId xmlns:a16="http://schemas.microsoft.com/office/drawing/2014/main" id="{C8E9EC98-54CF-4684-A925-DBBF4DDBF36E}"/>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D3CB"/>
                </a:solidFill>
                <a:latin typeface="Aptos"/>
                <a:ea typeface="Aptos"/>
                <a:cs typeface="Aptos"/>
              </a:defRPr>
            </a:defPPr>
            <a:lvl1pPr>
              <a:defRPr sz="1125" b="0">
                <a:solidFill>
                  <a:srgbClr val="B6D3CB"/>
                </a:solidFill>
                <a:latin typeface="Aptos"/>
                <a:ea typeface="Aptos"/>
                <a:cs typeface="Aptos"/>
              </a:defRPr>
            </a:lvl1pPr>
            <a:lvl2pPr>
              <a:defRPr sz="1125" b="0">
                <a:solidFill>
                  <a:srgbClr val="B6D3CB"/>
                </a:solidFill>
                <a:latin typeface="Aptos"/>
                <a:ea typeface="Aptos"/>
                <a:cs typeface="Aptos"/>
              </a:defRPr>
            </a:lvl2pPr>
            <a:lvl3pPr>
              <a:defRPr sz="1125" b="0">
                <a:solidFill>
                  <a:srgbClr val="B6D3CB"/>
                </a:solidFill>
                <a:latin typeface="Aptos"/>
                <a:ea typeface="Aptos"/>
                <a:cs typeface="Aptos"/>
              </a:defRPr>
            </a:lvl3pPr>
            <a:lvl4pPr>
              <a:defRPr sz="1125" b="0">
                <a:solidFill>
                  <a:srgbClr val="B6D3CB"/>
                </a:solidFill>
                <a:latin typeface="Aptos"/>
                <a:ea typeface="Aptos"/>
                <a:cs typeface="Aptos"/>
              </a:defRPr>
            </a:lvl4pPr>
            <a:lvl5pPr>
              <a:defRPr sz="1125" b="0">
                <a:solidFill>
                  <a:srgbClr val="B6D3CB"/>
                </a:solidFill>
                <a:latin typeface="Aptos"/>
                <a:ea typeface="Aptos"/>
                <a:cs typeface="Aptos"/>
              </a:defRPr>
            </a:lvl5pPr>
            <a:lvl6pPr>
              <a:defRPr sz="1125" b="0">
                <a:solidFill>
                  <a:srgbClr val="B6D3CB"/>
                </a:solidFill>
                <a:latin typeface="Aptos"/>
                <a:ea typeface="Aptos"/>
                <a:cs typeface="Aptos"/>
              </a:defRPr>
            </a:lvl6pPr>
            <a:lvl7pPr>
              <a:defRPr sz="1125" b="0">
                <a:solidFill>
                  <a:srgbClr val="B6D3CB"/>
                </a:solidFill>
                <a:latin typeface="Aptos"/>
                <a:ea typeface="Aptos"/>
                <a:cs typeface="Aptos"/>
              </a:defRPr>
            </a:lvl7pPr>
            <a:lvl8pPr>
              <a:defRPr sz="1125" b="0">
                <a:solidFill>
                  <a:srgbClr val="B6D3CB"/>
                </a:solidFill>
                <a:latin typeface="Aptos"/>
                <a:ea typeface="Aptos"/>
                <a:cs typeface="Aptos"/>
              </a:defRPr>
            </a:lvl8pPr>
            <a:lvl9pPr>
              <a:defRPr sz="1125" b="0">
                <a:solidFill>
                  <a:srgbClr val="B6D3CB"/>
                </a:solidFill>
                <a:latin typeface="Aptos"/>
                <a:ea typeface="Aptos"/>
                <a:cs typeface="Aptos"/>
              </a:defRPr>
            </a:lvl9pPr>
          </a:lstStyle>
          <a:p xmlns:a="http://schemas.openxmlformats.org/drawingml/2006/main">
            <a:pPr>
              <a:defRPr sz="1125" b="0">
                <a:solidFill>
                  <a:srgbClr val="B6D3CB"/>
                </a:solidFill>
                <a:latin typeface="Aptos"/>
                <a:ea typeface="Aptos"/>
                <a:cs typeface="Aptos"/>
              </a:defRPr>
            </a:pPr>
            <a:r>
              <a:rPr sz="1125" b="0">
                <a:solidFill>
                  <a:srgbClr val="B6D3CB"/>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AF91E4B3-2F6A-411D-AF23-B9A4563F3D2D}"/>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D3CB"/>
                </a:solidFill>
                <a:latin typeface="Aptos"/>
                <a:ea typeface="Aptos"/>
                <a:cs typeface="Aptos"/>
              </a:defRPr>
            </a:defPPr>
            <a:lvl1pPr>
              <a:defRPr sz="1125" b="0">
                <a:solidFill>
                  <a:srgbClr val="B6D3CB"/>
                </a:solidFill>
                <a:latin typeface="Aptos"/>
                <a:ea typeface="Aptos"/>
                <a:cs typeface="Aptos"/>
              </a:defRPr>
            </a:lvl1pPr>
            <a:lvl2pPr>
              <a:defRPr sz="1125" b="0">
                <a:solidFill>
                  <a:srgbClr val="B6D3CB"/>
                </a:solidFill>
                <a:latin typeface="Aptos"/>
                <a:ea typeface="Aptos"/>
                <a:cs typeface="Aptos"/>
              </a:defRPr>
            </a:lvl2pPr>
            <a:lvl3pPr>
              <a:defRPr sz="1125" b="0">
                <a:solidFill>
                  <a:srgbClr val="B6D3CB"/>
                </a:solidFill>
                <a:latin typeface="Aptos"/>
                <a:ea typeface="Aptos"/>
                <a:cs typeface="Aptos"/>
              </a:defRPr>
            </a:lvl3pPr>
            <a:lvl4pPr>
              <a:defRPr sz="1125" b="0">
                <a:solidFill>
                  <a:srgbClr val="B6D3CB"/>
                </a:solidFill>
                <a:latin typeface="Aptos"/>
                <a:ea typeface="Aptos"/>
                <a:cs typeface="Aptos"/>
              </a:defRPr>
            </a:lvl4pPr>
            <a:lvl5pPr>
              <a:defRPr sz="1125" b="0">
                <a:solidFill>
                  <a:srgbClr val="B6D3CB"/>
                </a:solidFill>
                <a:latin typeface="Aptos"/>
                <a:ea typeface="Aptos"/>
                <a:cs typeface="Aptos"/>
              </a:defRPr>
            </a:lvl5pPr>
            <a:lvl6pPr>
              <a:defRPr sz="1125" b="0">
                <a:solidFill>
                  <a:srgbClr val="B6D3CB"/>
                </a:solidFill>
                <a:latin typeface="Aptos"/>
                <a:ea typeface="Aptos"/>
                <a:cs typeface="Aptos"/>
              </a:defRPr>
            </a:lvl6pPr>
            <a:lvl7pPr>
              <a:defRPr sz="1125" b="0">
                <a:solidFill>
                  <a:srgbClr val="B6D3CB"/>
                </a:solidFill>
                <a:latin typeface="Aptos"/>
                <a:ea typeface="Aptos"/>
                <a:cs typeface="Aptos"/>
              </a:defRPr>
            </a:lvl7pPr>
            <a:lvl8pPr>
              <a:defRPr sz="1125" b="0">
                <a:solidFill>
                  <a:srgbClr val="B6D3CB"/>
                </a:solidFill>
                <a:latin typeface="Aptos"/>
                <a:ea typeface="Aptos"/>
                <a:cs typeface="Aptos"/>
              </a:defRPr>
            </a:lvl8pPr>
            <a:lvl9pPr>
              <a:defRPr sz="1125" b="0">
                <a:solidFill>
                  <a:srgbClr val="B6D3CB"/>
                </a:solidFill>
                <a:latin typeface="Aptos"/>
                <a:ea typeface="Aptos"/>
                <a:cs typeface="Aptos"/>
              </a:defRPr>
            </a:lvl9pPr>
          </a:lstStyle>
          <a:p xmlns:a="http://schemas.openxmlformats.org/drawingml/2006/main">
            <a:pPr>
              <a:defRPr sz="1125" b="0">
                <a:solidFill>
                  <a:srgbClr val="B6D3CB"/>
                </a:solidFill>
                <a:latin typeface="Aptos"/>
                <a:ea typeface="Aptos"/>
                <a:cs typeface="Aptos"/>
              </a:defRPr>
            </a:pPr>
            <a:r>
              <a:rPr sz="1125" b="0">
                <a:solidFill>
                  <a:srgbClr val="B6D3CB"/>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9132CA8D-9948-4D94-ADC9-527EEDCD4F81}"/>
              </a:ext>
            </a:extLst>
          </p:cNvPr>
          <p:cNvSpPr>
            <a:spLocks xmlns:a="http://schemas.openxmlformats.org/drawingml/2006/main" noGrp="1"/>
          </p:cNvSpPr>
          <p:nvPr/>
        </p:nvSpPr>
        <p:spPr>
          <a:xfrm xmlns:a="http://schemas.openxmlformats.org/drawingml/2006/main">
            <a:off x="609600" y="1905000"/>
            <a:ext cx="10477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FFFFFF"/>
                </a:solidFill>
                <a:latin typeface="Aptos"/>
                <a:ea typeface="Aptos"/>
                <a:cs typeface="Aptos"/>
              </a:defRPr>
            </a:defPPr>
            <a:lvl1pPr>
              <a:defRPr sz="3975" b="1">
                <a:solidFill>
                  <a:srgbClr val="FFFFFF"/>
                </a:solidFill>
                <a:latin typeface="Aptos"/>
                <a:ea typeface="Aptos"/>
                <a:cs typeface="Aptos"/>
              </a:defRPr>
            </a:lvl1pPr>
            <a:lvl2pPr>
              <a:defRPr sz="3975" b="1">
                <a:solidFill>
                  <a:srgbClr val="FFFFFF"/>
                </a:solidFill>
                <a:latin typeface="Aptos"/>
                <a:ea typeface="Aptos"/>
                <a:cs typeface="Aptos"/>
              </a:defRPr>
            </a:lvl2pPr>
            <a:lvl3pPr>
              <a:defRPr sz="3975" b="1">
                <a:solidFill>
                  <a:srgbClr val="FFFFFF"/>
                </a:solidFill>
                <a:latin typeface="Aptos"/>
                <a:ea typeface="Aptos"/>
                <a:cs typeface="Aptos"/>
              </a:defRPr>
            </a:lvl3pPr>
            <a:lvl4pPr>
              <a:defRPr sz="3975" b="1">
                <a:solidFill>
                  <a:srgbClr val="FFFFFF"/>
                </a:solidFill>
                <a:latin typeface="Aptos"/>
                <a:ea typeface="Aptos"/>
                <a:cs typeface="Aptos"/>
              </a:defRPr>
            </a:lvl4pPr>
            <a:lvl5pPr>
              <a:defRPr sz="3975" b="1">
                <a:solidFill>
                  <a:srgbClr val="FFFFFF"/>
                </a:solidFill>
                <a:latin typeface="Aptos"/>
                <a:ea typeface="Aptos"/>
                <a:cs typeface="Aptos"/>
              </a:defRPr>
            </a:lvl5pPr>
            <a:lvl6pPr>
              <a:defRPr sz="3975" b="1">
                <a:solidFill>
                  <a:srgbClr val="FFFFFF"/>
                </a:solidFill>
                <a:latin typeface="Aptos"/>
                <a:ea typeface="Aptos"/>
                <a:cs typeface="Aptos"/>
              </a:defRPr>
            </a:lvl6pPr>
            <a:lvl7pPr>
              <a:defRPr sz="3975" b="1">
                <a:solidFill>
                  <a:srgbClr val="FFFFFF"/>
                </a:solidFill>
                <a:latin typeface="Aptos"/>
                <a:ea typeface="Aptos"/>
                <a:cs typeface="Aptos"/>
              </a:defRPr>
            </a:lvl7pPr>
            <a:lvl8pPr>
              <a:defRPr sz="3975" b="1">
                <a:solidFill>
                  <a:srgbClr val="FFFFFF"/>
                </a:solidFill>
                <a:latin typeface="Aptos"/>
                <a:ea typeface="Aptos"/>
                <a:cs typeface="Aptos"/>
              </a:defRPr>
            </a:lvl8pPr>
            <a:lvl9pPr>
              <a:defRPr sz="3975" b="1">
                <a:solidFill>
                  <a:srgbClr val="FFFFFF"/>
                </a:solidFill>
                <a:latin typeface="Aptos"/>
                <a:ea typeface="Aptos"/>
                <a:cs typeface="Aptos"/>
              </a:defRPr>
            </a:lvl9pPr>
          </a:lstStyle>
          <a:p xmlns:a="http://schemas.openxmlformats.org/drawingml/2006/main">
            <a:pPr>
              <a:defRPr sz="3975" b="1">
                <a:solidFill>
                  <a:srgbClr val="FFFFFF"/>
                </a:solidFill>
                <a:latin typeface="Aptos"/>
                <a:ea typeface="Aptos"/>
                <a:cs typeface="Aptos"/>
              </a:defRPr>
            </a:pPr>
            <a:r>
              <a:rPr sz="3975" b="1">
                <a:solidFill>
                  <a:srgbClr val="FFFFFF"/>
                </a:solidFill>
                <a:latin typeface="Aptos"/>
                <a:ea typeface="Aptos"/>
                <a:cs typeface="Aptos"/>
              </a:rPr>
              <a:t>A replenishment response</a:t>
            </a:r>
          </a:p>
          <a:p xmlns:a="http://schemas.openxmlformats.org/drawingml/2006/main">
            <a:pPr>
              <a:defRPr sz="3975" b="1">
                <a:solidFill>
                  <a:srgbClr val="FFFFFF"/>
                </a:solidFill>
                <a:latin typeface="Aptos"/>
                <a:ea typeface="Aptos"/>
                <a:cs typeface="Aptos"/>
              </a:defRPr>
            </a:pPr>
            <a:r>
              <a:rPr sz="3975" b="1">
                <a:solidFill>
                  <a:srgbClr val="FFFFFF"/>
                </a:solidFill>
                <a:latin typeface="Aptos"/>
                <a:ea typeface="Aptos"/>
                <a:cs typeface="Aptos"/>
              </a:rPr>
              <a:t>workspace for planners</a:t>
            </a:r>
          </a:p>
          <a:p xmlns:a="http://schemas.openxmlformats.org/drawingml/2006/main">
            <a:pPr>
              <a:defRPr sz="3975" b="1">
                <a:solidFill>
                  <a:srgbClr val="FFFFFF"/>
                </a:solidFill>
                <a:latin typeface="Aptos"/>
                <a:ea typeface="Aptos"/>
                <a:cs typeface="Aptos"/>
              </a:defRPr>
            </a:pPr>
            <a:r>
              <a:rPr sz="3975" b="1">
                <a:solidFill>
                  <a:srgbClr val="FFFFFF"/>
                </a:solidFill>
                <a:latin typeface="Aptos"/>
                <a:ea typeface="Aptos"/>
                <a:cs typeface="Aptos"/>
              </a:rPr>
              <a:t>and suppliers</a:t>
            </a:r>
          </a:p>
        </p:txBody>
      </p:sp>
      <p:sp>
        <p:nvSpPr>
          <p:cNvPr id="5" name="">
            <a:extLst xmlns:a="http://schemas.openxmlformats.org/drawingml/2006/main">
              <a:ext uri="{FF2B5EF4-FFF2-40B4-BE49-F238E27FC236}">
                <a16:creationId xmlns:a16="http://schemas.microsoft.com/office/drawing/2014/main" id="{E76696B5-3EE9-4462-9082-6B26BE0232CB}"/>
              </a:ext>
            </a:extLst>
          </p:cNvPr>
          <p:cNvSpPr>
            <a:spLocks xmlns:a="http://schemas.openxmlformats.org/drawingml/2006/main" noGrp="1"/>
          </p:cNvSpPr>
          <p:nvPr/>
        </p:nvSpPr>
        <p:spPr>
          <a:xfrm xmlns:a="http://schemas.openxmlformats.org/drawingml/2006/main">
            <a:off x="647700" y="4667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4DED6"/>
                </a:solidFill>
                <a:latin typeface="Aptos"/>
                <a:ea typeface="Aptos"/>
                <a:cs typeface="Aptos"/>
              </a:defRPr>
            </a:defPPr>
            <a:lvl1pPr>
              <a:defRPr sz="2100" b="0">
                <a:solidFill>
                  <a:srgbClr val="C4DED6"/>
                </a:solidFill>
                <a:latin typeface="Aptos"/>
                <a:ea typeface="Aptos"/>
                <a:cs typeface="Aptos"/>
              </a:defRPr>
            </a:lvl1pPr>
            <a:lvl2pPr>
              <a:defRPr sz="2100" b="0">
                <a:solidFill>
                  <a:srgbClr val="C4DED6"/>
                </a:solidFill>
                <a:latin typeface="Aptos"/>
                <a:ea typeface="Aptos"/>
                <a:cs typeface="Aptos"/>
              </a:defRPr>
            </a:lvl2pPr>
            <a:lvl3pPr>
              <a:defRPr sz="2100" b="0">
                <a:solidFill>
                  <a:srgbClr val="C4DED6"/>
                </a:solidFill>
                <a:latin typeface="Aptos"/>
                <a:ea typeface="Aptos"/>
                <a:cs typeface="Aptos"/>
              </a:defRPr>
            </a:lvl3pPr>
            <a:lvl4pPr>
              <a:defRPr sz="2100" b="0">
                <a:solidFill>
                  <a:srgbClr val="C4DED6"/>
                </a:solidFill>
                <a:latin typeface="Aptos"/>
                <a:ea typeface="Aptos"/>
                <a:cs typeface="Aptos"/>
              </a:defRPr>
            </a:lvl4pPr>
            <a:lvl5pPr>
              <a:defRPr sz="2100" b="0">
                <a:solidFill>
                  <a:srgbClr val="C4DED6"/>
                </a:solidFill>
                <a:latin typeface="Aptos"/>
                <a:ea typeface="Aptos"/>
                <a:cs typeface="Aptos"/>
              </a:defRPr>
            </a:lvl5pPr>
            <a:lvl6pPr>
              <a:defRPr sz="2100" b="0">
                <a:solidFill>
                  <a:srgbClr val="C4DED6"/>
                </a:solidFill>
                <a:latin typeface="Aptos"/>
                <a:ea typeface="Aptos"/>
                <a:cs typeface="Aptos"/>
              </a:defRPr>
            </a:lvl6pPr>
            <a:lvl7pPr>
              <a:defRPr sz="2100" b="0">
                <a:solidFill>
                  <a:srgbClr val="C4DED6"/>
                </a:solidFill>
                <a:latin typeface="Aptos"/>
                <a:ea typeface="Aptos"/>
                <a:cs typeface="Aptos"/>
              </a:defRPr>
            </a:lvl7pPr>
            <a:lvl8pPr>
              <a:defRPr sz="2100" b="0">
                <a:solidFill>
                  <a:srgbClr val="C4DED6"/>
                </a:solidFill>
                <a:latin typeface="Aptos"/>
                <a:ea typeface="Aptos"/>
                <a:cs typeface="Aptos"/>
              </a:defRPr>
            </a:lvl8pPr>
            <a:lvl9pPr>
              <a:defRPr sz="2100" b="0">
                <a:solidFill>
                  <a:srgbClr val="C4DED6"/>
                </a:solidFill>
                <a:latin typeface="Aptos"/>
                <a:ea typeface="Aptos"/>
                <a:cs typeface="Aptos"/>
              </a:defRPr>
            </a:lvl9pPr>
          </a:lstStyle>
          <a:p xmlns:a="http://schemas.openxmlformats.org/drawingml/2006/main">
            <a:pPr>
              <a:defRPr sz="2100" b="0">
                <a:solidFill>
                  <a:srgbClr val="C4DED6"/>
                </a:solidFill>
                <a:latin typeface="Aptos"/>
                <a:ea typeface="Aptos"/>
                <a:cs typeface="Aptos"/>
              </a:defRPr>
            </a:pPr>
            <a:r>
              <a:rPr sz="2100" b="0">
                <a:solidFill>
                  <a:srgbClr val="C4DED6"/>
                </a:solidFill>
                <a:latin typeface="Aptos"/>
                <a:ea typeface="Aptos"/>
                <a:cs typeface="Aptos"/>
              </a:rPr>
              <a:t>v31 progress briefing</a:t>
            </a:r>
          </a:p>
          <a:p xmlns:a="http://schemas.openxmlformats.org/drawingml/2006/main">
            <a:pPr>
              <a:defRPr sz="2100" b="0">
                <a:solidFill>
                  <a:srgbClr val="C4DED6"/>
                </a:solidFill>
                <a:latin typeface="Aptos"/>
                <a:ea typeface="Aptos"/>
                <a:cs typeface="Aptos"/>
              </a:defRPr>
            </a:pPr>
            <a:r>
              <a:rPr sz="2100" b="0">
                <a:solidFill>
                  <a:srgbClr val="C4DED6"/>
                </a:solidFill>
                <a:latin typeface="Aptos"/>
                <a:ea typeface="Aptos"/>
                <a:cs typeface="Aptos"/>
              </a:rPr>
              <a:t>Real model execution on synthetic business records</a:t>
            </a:r>
          </a:p>
        </p:txBody>
      </p:sp>
    </p:spTree>
    <p:extLst>
      <p:ext uri="{BB962C8B-B14F-4D97-AF65-F5344CB8AC3E}">
        <p14:creationId xmlns:p14="http://schemas.microsoft.com/office/powerpoint/2010/main" val="733615437"/>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E3F38F-38EB-4D67-9E8A-2C656AECB09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One inquiry, one decision</a:t>
            </a:r>
          </a:p>
        </p:txBody>
      </p:sp>
      <p:sp>
        <p:nvSpPr>
          <p:cNvPr id="2" name="">
            <a:extLst xmlns:a="http://schemas.openxmlformats.org/drawingml/2006/main">
              <a:ext uri="{FF2B5EF4-FFF2-40B4-BE49-F238E27FC236}">
                <a16:creationId xmlns:a16="http://schemas.microsoft.com/office/drawing/2014/main" id="{FAE490F1-24C8-40DE-8AD4-4363CFB70E95}"/>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D54F639B-1129-41BC-843C-235ED5796836}"/>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2DA53771-8EE4-47E5-AE05-2DB3594D998F}"/>
              </a:ext>
            </a:extLst>
          </p:cNvPr>
          <p:cNvSpPr>
            <a:spLocks xmlns:a="http://schemas.openxmlformats.org/drawingml/2006/main" noGrp="1"/>
          </p:cNvSpPr>
          <p:nvPr/>
        </p:nvSpPr>
        <p:spPr>
          <a:xfrm xmlns:a="http://schemas.openxmlformats.org/drawingml/2006/main">
            <a:off x="609600" y="1476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57078"/>
                </a:solidFill>
                <a:latin typeface="Aptos"/>
                <a:ea typeface="Aptos"/>
                <a:cs typeface="Aptos"/>
              </a:defRPr>
            </a:defPPr>
            <a:lvl1pPr>
              <a:defRPr sz="1950" b="0">
                <a:solidFill>
                  <a:srgbClr val="557078"/>
                </a:solidFill>
                <a:latin typeface="Aptos"/>
                <a:ea typeface="Aptos"/>
                <a:cs typeface="Aptos"/>
              </a:defRPr>
            </a:lvl1pPr>
            <a:lvl2pPr>
              <a:defRPr sz="1950" b="0">
                <a:solidFill>
                  <a:srgbClr val="557078"/>
                </a:solidFill>
                <a:latin typeface="Aptos"/>
                <a:ea typeface="Aptos"/>
                <a:cs typeface="Aptos"/>
              </a:defRPr>
            </a:lvl2pPr>
            <a:lvl3pPr>
              <a:defRPr sz="1950" b="0">
                <a:solidFill>
                  <a:srgbClr val="557078"/>
                </a:solidFill>
                <a:latin typeface="Aptos"/>
                <a:ea typeface="Aptos"/>
                <a:cs typeface="Aptos"/>
              </a:defRPr>
            </a:lvl3pPr>
            <a:lvl4pPr>
              <a:defRPr sz="1950" b="0">
                <a:solidFill>
                  <a:srgbClr val="557078"/>
                </a:solidFill>
                <a:latin typeface="Aptos"/>
                <a:ea typeface="Aptos"/>
                <a:cs typeface="Aptos"/>
              </a:defRPr>
            </a:lvl4pPr>
            <a:lvl5pPr>
              <a:defRPr sz="1950" b="0">
                <a:solidFill>
                  <a:srgbClr val="557078"/>
                </a:solidFill>
                <a:latin typeface="Aptos"/>
                <a:ea typeface="Aptos"/>
                <a:cs typeface="Aptos"/>
              </a:defRPr>
            </a:lvl5pPr>
            <a:lvl6pPr>
              <a:defRPr sz="1950" b="0">
                <a:solidFill>
                  <a:srgbClr val="557078"/>
                </a:solidFill>
                <a:latin typeface="Aptos"/>
                <a:ea typeface="Aptos"/>
                <a:cs typeface="Aptos"/>
              </a:defRPr>
            </a:lvl6pPr>
            <a:lvl7pPr>
              <a:defRPr sz="1950" b="0">
                <a:solidFill>
                  <a:srgbClr val="557078"/>
                </a:solidFill>
                <a:latin typeface="Aptos"/>
                <a:ea typeface="Aptos"/>
                <a:cs typeface="Aptos"/>
              </a:defRPr>
            </a:lvl7pPr>
            <a:lvl8pPr>
              <a:defRPr sz="1950" b="0">
                <a:solidFill>
                  <a:srgbClr val="557078"/>
                </a:solidFill>
                <a:latin typeface="Aptos"/>
                <a:ea typeface="Aptos"/>
                <a:cs typeface="Aptos"/>
              </a:defRPr>
            </a:lvl8pPr>
            <a:lvl9pPr>
              <a:defRPr sz="1950" b="0">
                <a:solidFill>
                  <a:srgbClr val="557078"/>
                </a:solidFill>
                <a:latin typeface="Aptos"/>
                <a:ea typeface="Aptos"/>
                <a:cs typeface="Aptos"/>
              </a:defRPr>
            </a:lvl9pPr>
          </a:lstStyle>
          <a:p xmlns:a="http://schemas.openxmlformats.org/drawingml/2006/main">
            <a:pPr>
              <a:defRPr sz="1950" b="0">
                <a:solidFill>
                  <a:srgbClr val="557078"/>
                </a:solidFill>
                <a:latin typeface="Aptos"/>
                <a:ea typeface="Aptos"/>
                <a:cs typeface="Aptos"/>
              </a:defRPr>
            </a:pPr>
            <a:r>
              <a:rPr sz="1950" b="0">
                <a:solidFill>
                  <a:srgbClr val="557078"/>
                </a:solidFill>
                <a:latin typeface="Aptos"/>
                <a:ea typeface="Aptos"/>
                <a:cs typeface="Aptos"/>
              </a:rPr>
              <a:t>CASE-1042 / OJ-250 / Toronto DC / NorthOrchard</a:t>
            </a:r>
          </a:p>
        </p:txBody>
      </p:sp>
      <p:sp>
        <p:nvSpPr>
          <p:cNvPr id="5" name="">
            <a:extLst xmlns:a="http://schemas.openxmlformats.org/drawingml/2006/main">
              <a:ext uri="{FF2B5EF4-FFF2-40B4-BE49-F238E27FC236}">
                <a16:creationId xmlns:a16="http://schemas.microsoft.com/office/drawing/2014/main" id="{4502D291-B0F1-44C0-8315-C064B86E86EA}"/>
              </a:ext>
            </a:extLst>
          </p:cNvPr>
          <p:cNvSpPr>
            <a:spLocks xmlns:a="http://schemas.openxmlformats.org/drawingml/2006/main" noGrp="1"/>
          </p:cNvSpPr>
          <p:nvPr/>
        </p:nvSpPr>
        <p:spPr>
          <a:xfrm xmlns:a="http://schemas.openxmlformats.org/drawingml/2006/main">
            <a:off x="609600" y="24288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65F"/>
                </a:solidFill>
                <a:latin typeface="Aptos"/>
                <a:ea typeface="Aptos"/>
                <a:cs typeface="Aptos"/>
              </a:defRPr>
            </a:defPPr>
            <a:lvl1pPr>
              <a:defRPr sz="2250" b="1">
                <a:solidFill>
                  <a:srgbClr val="16765F"/>
                </a:solidFill>
                <a:latin typeface="Aptos"/>
                <a:ea typeface="Aptos"/>
                <a:cs typeface="Aptos"/>
              </a:defRPr>
            </a:lvl1pPr>
            <a:lvl2pPr>
              <a:defRPr sz="2250" b="1">
                <a:solidFill>
                  <a:srgbClr val="16765F"/>
                </a:solidFill>
                <a:latin typeface="Aptos"/>
                <a:ea typeface="Aptos"/>
                <a:cs typeface="Aptos"/>
              </a:defRPr>
            </a:lvl2pPr>
            <a:lvl3pPr>
              <a:defRPr sz="2250" b="1">
                <a:solidFill>
                  <a:srgbClr val="16765F"/>
                </a:solidFill>
                <a:latin typeface="Aptos"/>
                <a:ea typeface="Aptos"/>
                <a:cs typeface="Aptos"/>
              </a:defRPr>
            </a:lvl3pPr>
            <a:lvl4pPr>
              <a:defRPr sz="2250" b="1">
                <a:solidFill>
                  <a:srgbClr val="16765F"/>
                </a:solidFill>
                <a:latin typeface="Aptos"/>
                <a:ea typeface="Aptos"/>
                <a:cs typeface="Aptos"/>
              </a:defRPr>
            </a:lvl4pPr>
            <a:lvl5pPr>
              <a:defRPr sz="2250" b="1">
                <a:solidFill>
                  <a:srgbClr val="16765F"/>
                </a:solidFill>
                <a:latin typeface="Aptos"/>
                <a:ea typeface="Aptos"/>
                <a:cs typeface="Aptos"/>
              </a:defRPr>
            </a:lvl5pPr>
            <a:lvl6pPr>
              <a:defRPr sz="2250" b="1">
                <a:solidFill>
                  <a:srgbClr val="16765F"/>
                </a:solidFill>
                <a:latin typeface="Aptos"/>
                <a:ea typeface="Aptos"/>
                <a:cs typeface="Aptos"/>
              </a:defRPr>
            </a:lvl6pPr>
            <a:lvl7pPr>
              <a:defRPr sz="2250" b="1">
                <a:solidFill>
                  <a:srgbClr val="16765F"/>
                </a:solidFill>
                <a:latin typeface="Aptos"/>
                <a:ea typeface="Aptos"/>
                <a:cs typeface="Aptos"/>
              </a:defRPr>
            </a:lvl7pPr>
            <a:lvl8pPr>
              <a:defRPr sz="2250" b="1">
                <a:solidFill>
                  <a:srgbClr val="16765F"/>
                </a:solidFill>
                <a:latin typeface="Aptos"/>
                <a:ea typeface="Aptos"/>
                <a:cs typeface="Aptos"/>
              </a:defRPr>
            </a:lvl8pPr>
            <a:lvl9pPr>
              <a:defRPr sz="2250" b="1">
                <a:solidFill>
                  <a:srgbClr val="16765F"/>
                </a:solidFill>
                <a:latin typeface="Aptos"/>
                <a:ea typeface="Aptos"/>
                <a:cs typeface="Aptos"/>
              </a:defRPr>
            </a:lvl9pPr>
          </a:lstStyle>
          <a:p xmlns:a="http://schemas.openxmlformats.org/drawingml/2006/main">
            <a:pPr>
              <a:defRPr sz="2250" b="1">
                <a:solidFill>
                  <a:srgbClr val="16765F"/>
                </a:solidFill>
                <a:latin typeface="Aptos"/>
                <a:ea typeface="Aptos"/>
                <a:cs typeface="Aptos"/>
              </a:defRPr>
            </a:pPr>
            <a:r>
              <a:rPr sz="2250" b="1">
                <a:solidFill>
                  <a:srgbClr val="16765F"/>
                </a:solidFill>
                <a:latin typeface="Aptos"/>
                <a:ea typeface="Aptos"/>
                <a:cs typeface="Aptos"/>
              </a:rPr>
              <a:t>Business question</a:t>
            </a:r>
          </a:p>
        </p:txBody>
      </p:sp>
      <p:sp>
        <p:nvSpPr>
          <p:cNvPr id="6" name="">
            <a:extLst xmlns:a="http://schemas.openxmlformats.org/drawingml/2006/main">
              <a:ext uri="{FF2B5EF4-FFF2-40B4-BE49-F238E27FC236}">
                <a16:creationId xmlns:a16="http://schemas.microsoft.com/office/drawing/2014/main" id="{47167628-CD33-40D4-9E1D-11AF08D52B17}"/>
              </a:ext>
            </a:extLst>
          </p:cNvPr>
          <p:cNvSpPr>
            <a:spLocks xmlns:a="http://schemas.openxmlformats.org/drawingml/2006/main" noGrp="1"/>
          </p:cNvSpPr>
          <p:nvPr/>
        </p:nvSpPr>
        <p:spPr>
          <a:xfrm xmlns:a="http://schemas.openxmlformats.org/drawingml/2006/main">
            <a:off x="4095750" y="242887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E42"/>
                </a:solidFill>
                <a:latin typeface="Aptos"/>
                <a:ea typeface="Aptos"/>
                <a:cs typeface="Aptos"/>
              </a:defRPr>
            </a:defPPr>
            <a:lvl1pPr>
              <a:defRPr sz="2850" b="1">
                <a:solidFill>
                  <a:srgbClr val="173E42"/>
                </a:solidFill>
                <a:latin typeface="Aptos"/>
                <a:ea typeface="Aptos"/>
                <a:cs typeface="Aptos"/>
              </a:defRPr>
            </a:lvl1pPr>
            <a:lvl2pPr>
              <a:defRPr sz="2850" b="1">
                <a:solidFill>
                  <a:srgbClr val="173E42"/>
                </a:solidFill>
                <a:latin typeface="Aptos"/>
                <a:ea typeface="Aptos"/>
                <a:cs typeface="Aptos"/>
              </a:defRPr>
            </a:lvl2pPr>
            <a:lvl3pPr>
              <a:defRPr sz="2850" b="1">
                <a:solidFill>
                  <a:srgbClr val="173E42"/>
                </a:solidFill>
                <a:latin typeface="Aptos"/>
                <a:ea typeface="Aptos"/>
                <a:cs typeface="Aptos"/>
              </a:defRPr>
            </a:lvl3pPr>
            <a:lvl4pPr>
              <a:defRPr sz="2850" b="1">
                <a:solidFill>
                  <a:srgbClr val="173E42"/>
                </a:solidFill>
                <a:latin typeface="Aptos"/>
                <a:ea typeface="Aptos"/>
                <a:cs typeface="Aptos"/>
              </a:defRPr>
            </a:lvl4pPr>
            <a:lvl5pPr>
              <a:defRPr sz="2850" b="1">
                <a:solidFill>
                  <a:srgbClr val="173E42"/>
                </a:solidFill>
                <a:latin typeface="Aptos"/>
                <a:ea typeface="Aptos"/>
                <a:cs typeface="Aptos"/>
              </a:defRPr>
            </a:lvl5pPr>
            <a:lvl6pPr>
              <a:defRPr sz="2850" b="1">
                <a:solidFill>
                  <a:srgbClr val="173E42"/>
                </a:solidFill>
                <a:latin typeface="Aptos"/>
                <a:ea typeface="Aptos"/>
                <a:cs typeface="Aptos"/>
              </a:defRPr>
            </a:lvl6pPr>
            <a:lvl7pPr>
              <a:defRPr sz="2850" b="1">
                <a:solidFill>
                  <a:srgbClr val="173E42"/>
                </a:solidFill>
                <a:latin typeface="Aptos"/>
                <a:ea typeface="Aptos"/>
                <a:cs typeface="Aptos"/>
              </a:defRPr>
            </a:lvl7pPr>
            <a:lvl8pPr>
              <a:defRPr sz="2850" b="1">
                <a:solidFill>
                  <a:srgbClr val="173E42"/>
                </a:solidFill>
                <a:latin typeface="Aptos"/>
                <a:ea typeface="Aptos"/>
                <a:cs typeface="Aptos"/>
              </a:defRPr>
            </a:lvl8pPr>
            <a:lvl9pPr>
              <a:defRPr sz="2850" b="1">
                <a:solidFill>
                  <a:srgbClr val="173E42"/>
                </a:solidFill>
                <a:latin typeface="Aptos"/>
                <a:ea typeface="Aptos"/>
                <a:cs typeface="Aptos"/>
              </a:defRPr>
            </a:lvl9pPr>
          </a:lstStyle>
          <a:p xmlns:a="http://schemas.openxmlformats.org/drawingml/2006/main">
            <a:pPr>
              <a:defRPr sz="2850" b="1">
                <a:solidFill>
                  <a:srgbClr val="173E42"/>
                </a:solidFill>
                <a:latin typeface="Aptos"/>
                <a:ea typeface="Aptos"/>
                <a:cs typeface="Aptos"/>
              </a:defRPr>
            </a:pPr>
            <a:r>
              <a:rPr sz="2850" b="1">
                <a:solidFill>
                  <a:srgbClr val="173E42"/>
                </a:solidFill>
                <a:latin typeface="Aptos"/>
                <a:ea typeface="Aptos"/>
                <a:cs typeface="Aptos"/>
              </a:rPr>
              <a:t>Is additional supply still worth pursuing?</a:t>
            </a:r>
          </a:p>
        </p:txBody>
      </p:sp>
      <p:sp>
        <p:nvSpPr>
          <p:cNvPr id="7" name="">
            <a:extLst xmlns:a="http://schemas.openxmlformats.org/drawingml/2006/main">
              <a:ext uri="{FF2B5EF4-FFF2-40B4-BE49-F238E27FC236}">
                <a16:creationId xmlns:a16="http://schemas.microsoft.com/office/drawing/2014/main" id="{C2D8E256-1A68-4C62-843B-C1B71BF1CC9B}"/>
              </a:ext>
            </a:extLst>
          </p:cNvPr>
          <p:cNvSpPr>
            <a:spLocks xmlns:a="http://schemas.openxmlformats.org/drawingml/2006/main" noGrp="1"/>
          </p:cNvSpPr>
          <p:nvPr/>
        </p:nvSpPr>
        <p:spPr>
          <a:xfrm xmlns:a="http://schemas.openxmlformats.org/drawingml/2006/main">
            <a:off x="609600" y="36671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65F"/>
                </a:solidFill>
                <a:latin typeface="Aptos"/>
                <a:ea typeface="Aptos"/>
                <a:cs typeface="Aptos"/>
              </a:defRPr>
            </a:defPPr>
            <a:lvl1pPr>
              <a:defRPr sz="2250" b="1">
                <a:solidFill>
                  <a:srgbClr val="16765F"/>
                </a:solidFill>
                <a:latin typeface="Aptos"/>
                <a:ea typeface="Aptos"/>
                <a:cs typeface="Aptos"/>
              </a:defRPr>
            </a:lvl1pPr>
            <a:lvl2pPr>
              <a:defRPr sz="2250" b="1">
                <a:solidFill>
                  <a:srgbClr val="16765F"/>
                </a:solidFill>
                <a:latin typeface="Aptos"/>
                <a:ea typeface="Aptos"/>
                <a:cs typeface="Aptos"/>
              </a:defRPr>
            </a:lvl2pPr>
            <a:lvl3pPr>
              <a:defRPr sz="2250" b="1">
                <a:solidFill>
                  <a:srgbClr val="16765F"/>
                </a:solidFill>
                <a:latin typeface="Aptos"/>
                <a:ea typeface="Aptos"/>
                <a:cs typeface="Aptos"/>
              </a:defRPr>
            </a:lvl3pPr>
            <a:lvl4pPr>
              <a:defRPr sz="2250" b="1">
                <a:solidFill>
                  <a:srgbClr val="16765F"/>
                </a:solidFill>
                <a:latin typeface="Aptos"/>
                <a:ea typeface="Aptos"/>
                <a:cs typeface="Aptos"/>
              </a:defRPr>
            </a:lvl4pPr>
            <a:lvl5pPr>
              <a:defRPr sz="2250" b="1">
                <a:solidFill>
                  <a:srgbClr val="16765F"/>
                </a:solidFill>
                <a:latin typeface="Aptos"/>
                <a:ea typeface="Aptos"/>
                <a:cs typeface="Aptos"/>
              </a:defRPr>
            </a:lvl5pPr>
            <a:lvl6pPr>
              <a:defRPr sz="2250" b="1">
                <a:solidFill>
                  <a:srgbClr val="16765F"/>
                </a:solidFill>
                <a:latin typeface="Aptos"/>
                <a:ea typeface="Aptos"/>
                <a:cs typeface="Aptos"/>
              </a:defRPr>
            </a:lvl6pPr>
            <a:lvl7pPr>
              <a:defRPr sz="2250" b="1">
                <a:solidFill>
                  <a:srgbClr val="16765F"/>
                </a:solidFill>
                <a:latin typeface="Aptos"/>
                <a:ea typeface="Aptos"/>
                <a:cs typeface="Aptos"/>
              </a:defRPr>
            </a:lvl7pPr>
            <a:lvl8pPr>
              <a:defRPr sz="2250" b="1">
                <a:solidFill>
                  <a:srgbClr val="16765F"/>
                </a:solidFill>
                <a:latin typeface="Aptos"/>
                <a:ea typeface="Aptos"/>
                <a:cs typeface="Aptos"/>
              </a:defRPr>
            </a:lvl8pPr>
            <a:lvl9pPr>
              <a:defRPr sz="2250" b="1">
                <a:solidFill>
                  <a:srgbClr val="16765F"/>
                </a:solidFill>
                <a:latin typeface="Aptos"/>
                <a:ea typeface="Aptos"/>
                <a:cs typeface="Aptos"/>
              </a:defRPr>
            </a:lvl9pPr>
          </a:lstStyle>
          <a:p xmlns:a="http://schemas.openxmlformats.org/drawingml/2006/main">
            <a:pPr>
              <a:defRPr sz="2250" b="1">
                <a:solidFill>
                  <a:srgbClr val="16765F"/>
                </a:solidFill>
                <a:latin typeface="Aptos"/>
                <a:ea typeface="Aptos"/>
                <a:cs typeface="Aptos"/>
              </a:defRPr>
            </a:pPr>
            <a:r>
              <a:rPr sz="2250" b="1">
                <a:solidFill>
                  <a:srgbClr val="16765F"/>
                </a:solidFill>
                <a:latin typeface="Aptos"/>
                <a:ea typeface="Aptos"/>
                <a:cs typeface="Aptos"/>
              </a:rPr>
              <a:t>Demand boundary</a:t>
            </a:r>
          </a:p>
        </p:txBody>
      </p:sp>
      <p:sp>
        <p:nvSpPr>
          <p:cNvPr id="8" name="">
            <a:extLst xmlns:a="http://schemas.openxmlformats.org/drawingml/2006/main">
              <a:ext uri="{FF2B5EF4-FFF2-40B4-BE49-F238E27FC236}">
                <a16:creationId xmlns:a16="http://schemas.microsoft.com/office/drawing/2014/main" id="{47727EB2-F51E-4308-A546-89BC2A7C8A8E}"/>
              </a:ext>
            </a:extLst>
          </p:cNvPr>
          <p:cNvSpPr>
            <a:spLocks xmlns:a="http://schemas.openxmlformats.org/drawingml/2006/main" noGrp="1"/>
          </p:cNvSpPr>
          <p:nvPr/>
        </p:nvSpPr>
        <p:spPr>
          <a:xfrm xmlns:a="http://schemas.openxmlformats.org/drawingml/2006/main">
            <a:off x="4095750" y="3667125"/>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E42"/>
                </a:solidFill>
                <a:latin typeface="Aptos"/>
                <a:ea typeface="Aptos"/>
                <a:cs typeface="Aptos"/>
              </a:defRPr>
            </a:defPPr>
            <a:lvl1pPr>
              <a:defRPr sz="2100" b="0">
                <a:solidFill>
                  <a:srgbClr val="173E42"/>
                </a:solidFill>
                <a:latin typeface="Aptos"/>
                <a:ea typeface="Aptos"/>
                <a:cs typeface="Aptos"/>
              </a:defRPr>
            </a:lvl1pPr>
            <a:lvl2pPr>
              <a:defRPr sz="2100" b="0">
                <a:solidFill>
                  <a:srgbClr val="173E42"/>
                </a:solidFill>
                <a:latin typeface="Aptos"/>
                <a:ea typeface="Aptos"/>
                <a:cs typeface="Aptos"/>
              </a:defRPr>
            </a:lvl2pPr>
            <a:lvl3pPr>
              <a:defRPr sz="2100" b="0">
                <a:solidFill>
                  <a:srgbClr val="173E42"/>
                </a:solidFill>
                <a:latin typeface="Aptos"/>
                <a:ea typeface="Aptos"/>
                <a:cs typeface="Aptos"/>
              </a:defRPr>
            </a:lvl3pPr>
            <a:lvl4pPr>
              <a:defRPr sz="2100" b="0">
                <a:solidFill>
                  <a:srgbClr val="173E42"/>
                </a:solidFill>
                <a:latin typeface="Aptos"/>
                <a:ea typeface="Aptos"/>
                <a:cs typeface="Aptos"/>
              </a:defRPr>
            </a:lvl4pPr>
            <a:lvl5pPr>
              <a:defRPr sz="2100" b="0">
                <a:solidFill>
                  <a:srgbClr val="173E42"/>
                </a:solidFill>
                <a:latin typeface="Aptos"/>
                <a:ea typeface="Aptos"/>
                <a:cs typeface="Aptos"/>
              </a:defRPr>
            </a:lvl5pPr>
            <a:lvl6pPr>
              <a:defRPr sz="2100" b="0">
                <a:solidFill>
                  <a:srgbClr val="173E42"/>
                </a:solidFill>
                <a:latin typeface="Aptos"/>
                <a:ea typeface="Aptos"/>
                <a:cs typeface="Aptos"/>
              </a:defRPr>
            </a:lvl6pPr>
            <a:lvl7pPr>
              <a:defRPr sz="2100" b="0">
                <a:solidFill>
                  <a:srgbClr val="173E42"/>
                </a:solidFill>
                <a:latin typeface="Aptos"/>
                <a:ea typeface="Aptos"/>
                <a:cs typeface="Aptos"/>
              </a:defRPr>
            </a:lvl7pPr>
            <a:lvl8pPr>
              <a:defRPr sz="2100" b="0">
                <a:solidFill>
                  <a:srgbClr val="173E42"/>
                </a:solidFill>
                <a:latin typeface="Aptos"/>
                <a:ea typeface="Aptos"/>
                <a:cs typeface="Aptos"/>
              </a:defRPr>
            </a:lvl8pPr>
            <a:lvl9pPr>
              <a:defRPr sz="2100" b="0">
                <a:solidFill>
                  <a:srgbClr val="173E42"/>
                </a:solidFill>
                <a:latin typeface="Aptos"/>
                <a:ea typeface="Aptos"/>
                <a:cs typeface="Aptos"/>
              </a:defRPr>
            </a:lvl9pPr>
          </a:lstStyle>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Hidden demand remains unquantified.</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No extra order quantity is justified.</a:t>
            </a:r>
          </a:p>
        </p:txBody>
      </p:sp>
      <p:sp>
        <p:nvSpPr>
          <p:cNvPr id="9" name="">
            <a:extLst xmlns:a="http://schemas.openxmlformats.org/drawingml/2006/main">
              <a:ext uri="{FF2B5EF4-FFF2-40B4-BE49-F238E27FC236}">
                <a16:creationId xmlns:a16="http://schemas.microsoft.com/office/drawing/2014/main" id="{FABE0663-C8F3-49FB-9FED-69B6D0BCD97A}"/>
              </a:ext>
            </a:extLst>
          </p:cNvPr>
          <p:cNvSpPr>
            <a:spLocks xmlns:a="http://schemas.openxmlformats.org/drawingml/2006/main" noGrp="1"/>
          </p:cNvSpPr>
          <p:nvPr/>
        </p:nvSpPr>
        <p:spPr>
          <a:xfrm xmlns:a="http://schemas.openxmlformats.org/drawingml/2006/main">
            <a:off x="609600" y="5000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65F"/>
                </a:solidFill>
                <a:latin typeface="Aptos"/>
                <a:ea typeface="Aptos"/>
                <a:cs typeface="Aptos"/>
              </a:defRPr>
            </a:defPPr>
            <a:lvl1pPr>
              <a:defRPr sz="2250" b="1">
                <a:solidFill>
                  <a:srgbClr val="16765F"/>
                </a:solidFill>
                <a:latin typeface="Aptos"/>
                <a:ea typeface="Aptos"/>
                <a:cs typeface="Aptos"/>
              </a:defRPr>
            </a:lvl1pPr>
            <a:lvl2pPr>
              <a:defRPr sz="2250" b="1">
                <a:solidFill>
                  <a:srgbClr val="16765F"/>
                </a:solidFill>
                <a:latin typeface="Aptos"/>
                <a:ea typeface="Aptos"/>
                <a:cs typeface="Aptos"/>
              </a:defRPr>
            </a:lvl2pPr>
            <a:lvl3pPr>
              <a:defRPr sz="2250" b="1">
                <a:solidFill>
                  <a:srgbClr val="16765F"/>
                </a:solidFill>
                <a:latin typeface="Aptos"/>
                <a:ea typeface="Aptos"/>
                <a:cs typeface="Aptos"/>
              </a:defRPr>
            </a:lvl3pPr>
            <a:lvl4pPr>
              <a:defRPr sz="2250" b="1">
                <a:solidFill>
                  <a:srgbClr val="16765F"/>
                </a:solidFill>
                <a:latin typeface="Aptos"/>
                <a:ea typeface="Aptos"/>
                <a:cs typeface="Aptos"/>
              </a:defRPr>
            </a:lvl4pPr>
            <a:lvl5pPr>
              <a:defRPr sz="2250" b="1">
                <a:solidFill>
                  <a:srgbClr val="16765F"/>
                </a:solidFill>
                <a:latin typeface="Aptos"/>
                <a:ea typeface="Aptos"/>
                <a:cs typeface="Aptos"/>
              </a:defRPr>
            </a:lvl5pPr>
            <a:lvl6pPr>
              <a:defRPr sz="2250" b="1">
                <a:solidFill>
                  <a:srgbClr val="16765F"/>
                </a:solidFill>
                <a:latin typeface="Aptos"/>
                <a:ea typeface="Aptos"/>
                <a:cs typeface="Aptos"/>
              </a:defRPr>
            </a:lvl6pPr>
            <a:lvl7pPr>
              <a:defRPr sz="2250" b="1">
                <a:solidFill>
                  <a:srgbClr val="16765F"/>
                </a:solidFill>
                <a:latin typeface="Aptos"/>
                <a:ea typeface="Aptos"/>
                <a:cs typeface="Aptos"/>
              </a:defRPr>
            </a:lvl7pPr>
            <a:lvl8pPr>
              <a:defRPr sz="2250" b="1">
                <a:solidFill>
                  <a:srgbClr val="16765F"/>
                </a:solidFill>
                <a:latin typeface="Aptos"/>
                <a:ea typeface="Aptos"/>
                <a:cs typeface="Aptos"/>
              </a:defRPr>
            </a:lvl8pPr>
            <a:lvl9pPr>
              <a:defRPr sz="2250" b="1">
                <a:solidFill>
                  <a:srgbClr val="16765F"/>
                </a:solidFill>
                <a:latin typeface="Aptos"/>
                <a:ea typeface="Aptos"/>
                <a:cs typeface="Aptos"/>
              </a:defRPr>
            </a:lvl9pPr>
          </a:lstStyle>
          <a:p xmlns:a="http://schemas.openxmlformats.org/drawingml/2006/main">
            <a:pPr>
              <a:defRPr sz="2250" b="1">
                <a:solidFill>
                  <a:srgbClr val="16765F"/>
                </a:solidFill>
                <a:latin typeface="Aptos"/>
                <a:ea typeface="Aptos"/>
                <a:cs typeface="Aptos"/>
              </a:defRPr>
            </a:pPr>
            <a:r>
              <a:rPr sz="2250" b="1">
                <a:solidFill>
                  <a:srgbClr val="16765F"/>
                </a:solidFill>
                <a:latin typeface="Aptos"/>
                <a:ea typeface="Aptos"/>
                <a:cs typeface="Aptos"/>
              </a:rPr>
              <a:t>Supply boundary</a:t>
            </a:r>
          </a:p>
        </p:txBody>
      </p:sp>
      <p:sp>
        <p:nvSpPr>
          <p:cNvPr id="10" name="">
            <a:extLst xmlns:a="http://schemas.openxmlformats.org/drawingml/2006/main">
              <a:ext uri="{FF2B5EF4-FFF2-40B4-BE49-F238E27FC236}">
                <a16:creationId xmlns:a16="http://schemas.microsoft.com/office/drawing/2014/main" id="{BCED0B23-AA54-428F-9820-DB11BF92EF0B}"/>
              </a:ext>
            </a:extLst>
          </p:cNvPr>
          <p:cNvSpPr>
            <a:spLocks xmlns:a="http://schemas.openxmlformats.org/drawingml/2006/main" noGrp="1"/>
          </p:cNvSpPr>
          <p:nvPr/>
        </p:nvSpPr>
        <p:spPr>
          <a:xfrm xmlns:a="http://schemas.openxmlformats.org/drawingml/2006/main">
            <a:off x="4095750" y="5000625"/>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E42"/>
                </a:solidFill>
                <a:latin typeface="Aptos"/>
                <a:ea typeface="Aptos"/>
                <a:cs typeface="Aptos"/>
              </a:defRPr>
            </a:defPPr>
            <a:lvl1pPr>
              <a:defRPr sz="2100" b="0">
                <a:solidFill>
                  <a:srgbClr val="173E42"/>
                </a:solidFill>
                <a:latin typeface="Aptos"/>
                <a:ea typeface="Aptos"/>
                <a:cs typeface="Aptos"/>
              </a:defRPr>
            </a:lvl1pPr>
            <a:lvl2pPr>
              <a:defRPr sz="2100" b="0">
                <a:solidFill>
                  <a:srgbClr val="173E42"/>
                </a:solidFill>
                <a:latin typeface="Aptos"/>
                <a:ea typeface="Aptos"/>
                <a:cs typeface="Aptos"/>
              </a:defRPr>
            </a:lvl2pPr>
            <a:lvl3pPr>
              <a:defRPr sz="2100" b="0">
                <a:solidFill>
                  <a:srgbClr val="173E42"/>
                </a:solidFill>
                <a:latin typeface="Aptos"/>
                <a:ea typeface="Aptos"/>
                <a:cs typeface="Aptos"/>
              </a:defRPr>
            </a:lvl3pPr>
            <a:lvl4pPr>
              <a:defRPr sz="2100" b="0">
                <a:solidFill>
                  <a:srgbClr val="173E42"/>
                </a:solidFill>
                <a:latin typeface="Aptos"/>
                <a:ea typeface="Aptos"/>
                <a:cs typeface="Aptos"/>
              </a:defRPr>
            </a:lvl4pPr>
            <a:lvl5pPr>
              <a:defRPr sz="2100" b="0">
                <a:solidFill>
                  <a:srgbClr val="173E42"/>
                </a:solidFill>
                <a:latin typeface="Aptos"/>
                <a:ea typeface="Aptos"/>
                <a:cs typeface="Aptos"/>
              </a:defRPr>
            </a:lvl5pPr>
            <a:lvl6pPr>
              <a:defRPr sz="2100" b="0">
                <a:solidFill>
                  <a:srgbClr val="173E42"/>
                </a:solidFill>
                <a:latin typeface="Aptos"/>
                <a:ea typeface="Aptos"/>
                <a:cs typeface="Aptos"/>
              </a:defRPr>
            </a:lvl6pPr>
            <a:lvl7pPr>
              <a:defRPr sz="2100" b="0">
                <a:solidFill>
                  <a:srgbClr val="173E42"/>
                </a:solidFill>
                <a:latin typeface="Aptos"/>
                <a:ea typeface="Aptos"/>
                <a:cs typeface="Aptos"/>
              </a:defRPr>
            </a:lvl7pPr>
            <a:lvl8pPr>
              <a:defRPr sz="2100" b="0">
                <a:solidFill>
                  <a:srgbClr val="173E42"/>
                </a:solidFill>
                <a:latin typeface="Aptos"/>
                <a:ea typeface="Aptos"/>
                <a:cs typeface="Aptos"/>
              </a:defRPr>
            </a:lvl8pPr>
            <a:lvl9pPr>
              <a:defRPr sz="2100" b="0">
                <a:solidFill>
                  <a:srgbClr val="173E42"/>
                </a:solidFill>
                <a:latin typeface="Aptos"/>
                <a:ea typeface="Aptos"/>
                <a:cs typeface="Aptos"/>
              </a:defRPr>
            </a:lvl9pPr>
          </a:lstStyle>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Conditional arrival depends on unresolved</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operational requirements.</a:t>
            </a:r>
          </a:p>
        </p:txBody>
      </p:sp>
    </p:spTree>
    <p:extLst>
      <p:ext uri="{BB962C8B-B14F-4D97-AF65-F5344CB8AC3E}">
        <p14:creationId xmlns:p14="http://schemas.microsoft.com/office/powerpoint/2010/main" val="477635705"/>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CC8EAC-282E-4995-BC8E-25D6DDE642B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The Agent’s work is now visible</a:t>
            </a:r>
          </a:p>
        </p:txBody>
      </p:sp>
      <p:sp>
        <p:nvSpPr>
          <p:cNvPr id="2" name="">
            <a:extLst xmlns:a="http://schemas.openxmlformats.org/drawingml/2006/main">
              <a:ext uri="{FF2B5EF4-FFF2-40B4-BE49-F238E27FC236}">
                <a16:creationId xmlns:a16="http://schemas.microsoft.com/office/drawing/2014/main" id="{FAA9D13A-EBDA-41D1-95A8-2192422C5AED}"/>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B724E3C6-F7D0-4FA7-A8CA-3A440DC9B61A}"/>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03</a:t>
            </a:r>
          </a:p>
        </p:txBody>
      </p:sp>
      <p:pic>
        <p:nvPicPr>
          <p:cNvPr id="4" name="">
            <a:extLst xmlns:a="http://schemas.openxmlformats.org/drawingml/2006/main">
              <a:ext uri="{FF2B5EF4-FFF2-40B4-BE49-F238E27FC236}">
                <a16:creationId xmlns:a16="http://schemas.microsoft.com/office/drawing/2014/main" id="{4D3D599C-FE2C-45A8-B237-CDC3E9F3196A}"/>
              </a:ext>
            </a:extLst>
          </p:cNvPr>
          <p:cNvPicPr>
            <a:picLocks xmlns:a="http://schemas.openxmlformats.org/drawingml/2006/main" noChangeAspect="1"/>
          </p:cNvPicPr>
          <p:nvPr/>
        </p:nvPicPr>
        <p:blipFill>
          <a:blip xmlns:r="http://schemas.openxmlformats.org/officeDocument/2006/relationships" xmlns:a="http://schemas.openxmlformats.org/drawingml/2006/main" r:embed="Rbd5d66e601f04aa5"/>
          <a:stretch xmlns:a="http://schemas.openxmlformats.org/drawingml/2006/main"/>
        </p:blipFill>
        <p:spPr>
          <a:xfrm xmlns:a="http://schemas.openxmlformats.org/drawingml/2006/main">
            <a:off x="476250" y="1483905"/>
            <a:ext cx="8096250" cy="455694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39945B-94CA-49F6-9988-B53069297B69}"/>
              </a:ext>
            </a:extLst>
          </p:cNvPr>
          <p:cNvSpPr>
            <a:spLocks xmlns:a="http://schemas.openxmlformats.org/drawingml/2006/main" noGrp="1"/>
          </p:cNvSpPr>
          <p:nvPr/>
        </p:nvSpPr>
        <p:spPr>
          <a:xfrm xmlns:a="http://schemas.openxmlformats.org/drawingml/2006/main">
            <a:off x="8905875" y="17145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65F"/>
                </a:solidFill>
                <a:latin typeface="Aptos"/>
                <a:ea typeface="Aptos"/>
                <a:cs typeface="Aptos"/>
              </a:defRPr>
            </a:defPPr>
            <a:lvl1pPr>
              <a:defRPr sz="2175" b="1">
                <a:solidFill>
                  <a:srgbClr val="16765F"/>
                </a:solidFill>
                <a:latin typeface="Aptos"/>
                <a:ea typeface="Aptos"/>
                <a:cs typeface="Aptos"/>
              </a:defRPr>
            </a:lvl1pPr>
            <a:lvl2pPr>
              <a:defRPr sz="2175" b="1">
                <a:solidFill>
                  <a:srgbClr val="16765F"/>
                </a:solidFill>
                <a:latin typeface="Aptos"/>
                <a:ea typeface="Aptos"/>
                <a:cs typeface="Aptos"/>
              </a:defRPr>
            </a:lvl2pPr>
            <a:lvl3pPr>
              <a:defRPr sz="2175" b="1">
                <a:solidFill>
                  <a:srgbClr val="16765F"/>
                </a:solidFill>
                <a:latin typeface="Aptos"/>
                <a:ea typeface="Aptos"/>
                <a:cs typeface="Aptos"/>
              </a:defRPr>
            </a:lvl3pPr>
            <a:lvl4pPr>
              <a:defRPr sz="2175" b="1">
                <a:solidFill>
                  <a:srgbClr val="16765F"/>
                </a:solidFill>
                <a:latin typeface="Aptos"/>
                <a:ea typeface="Aptos"/>
                <a:cs typeface="Aptos"/>
              </a:defRPr>
            </a:lvl4pPr>
            <a:lvl5pPr>
              <a:defRPr sz="2175" b="1">
                <a:solidFill>
                  <a:srgbClr val="16765F"/>
                </a:solidFill>
                <a:latin typeface="Aptos"/>
                <a:ea typeface="Aptos"/>
                <a:cs typeface="Aptos"/>
              </a:defRPr>
            </a:lvl5pPr>
            <a:lvl6pPr>
              <a:defRPr sz="2175" b="1">
                <a:solidFill>
                  <a:srgbClr val="16765F"/>
                </a:solidFill>
                <a:latin typeface="Aptos"/>
                <a:ea typeface="Aptos"/>
                <a:cs typeface="Aptos"/>
              </a:defRPr>
            </a:lvl6pPr>
            <a:lvl7pPr>
              <a:defRPr sz="2175" b="1">
                <a:solidFill>
                  <a:srgbClr val="16765F"/>
                </a:solidFill>
                <a:latin typeface="Aptos"/>
                <a:ea typeface="Aptos"/>
                <a:cs typeface="Aptos"/>
              </a:defRPr>
            </a:lvl7pPr>
            <a:lvl8pPr>
              <a:defRPr sz="2175" b="1">
                <a:solidFill>
                  <a:srgbClr val="16765F"/>
                </a:solidFill>
                <a:latin typeface="Aptos"/>
                <a:ea typeface="Aptos"/>
                <a:cs typeface="Aptos"/>
              </a:defRPr>
            </a:lvl8pPr>
            <a:lvl9pPr>
              <a:defRPr sz="2175" b="1">
                <a:solidFill>
                  <a:srgbClr val="16765F"/>
                </a:solidFill>
                <a:latin typeface="Aptos"/>
                <a:ea typeface="Aptos"/>
                <a:cs typeface="Aptos"/>
              </a:defRPr>
            </a:lvl9pPr>
          </a:lstStyle>
          <a:p xmlns:a="http://schemas.openxmlformats.org/drawingml/2006/main">
            <a:pPr>
              <a:defRPr sz="2175" b="1">
                <a:solidFill>
                  <a:srgbClr val="16765F"/>
                </a:solidFill>
                <a:latin typeface="Aptos"/>
                <a:ea typeface="Aptos"/>
                <a:cs typeface="Aptos"/>
              </a:defRPr>
            </a:pPr>
            <a:r>
              <a:rPr sz="2175" b="1">
                <a:solidFill>
                  <a:srgbClr val="16765F"/>
                </a:solidFill>
                <a:latin typeface="Aptos"/>
                <a:ea typeface="Aptos"/>
                <a:cs typeface="Aptos"/>
              </a:rPr>
              <a:t>Real execution</a:t>
            </a:r>
          </a:p>
        </p:txBody>
      </p:sp>
      <p:sp>
        <p:nvSpPr>
          <p:cNvPr id="6" name="">
            <a:extLst xmlns:a="http://schemas.openxmlformats.org/drawingml/2006/main">
              <a:ext uri="{FF2B5EF4-FFF2-40B4-BE49-F238E27FC236}">
                <a16:creationId xmlns:a16="http://schemas.microsoft.com/office/drawing/2014/main" id="{19F4A955-A748-4A49-A32C-E93A6B2E9220}"/>
              </a:ext>
            </a:extLst>
          </p:cNvPr>
          <p:cNvSpPr>
            <a:spLocks xmlns:a="http://schemas.openxmlformats.org/drawingml/2006/main" noGrp="1"/>
          </p:cNvSpPr>
          <p:nvPr/>
        </p:nvSpPr>
        <p:spPr>
          <a:xfrm xmlns:a="http://schemas.openxmlformats.org/drawingml/2006/main">
            <a:off x="8905875" y="2333625"/>
            <a:ext cx="266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E42"/>
                </a:solidFill>
                <a:latin typeface="Aptos"/>
                <a:ea typeface="Aptos"/>
                <a:cs typeface="Aptos"/>
              </a:defRPr>
            </a:defPPr>
            <a:lvl1pPr>
              <a:defRPr sz="1950" b="0">
                <a:solidFill>
                  <a:srgbClr val="173E42"/>
                </a:solidFill>
                <a:latin typeface="Aptos"/>
                <a:ea typeface="Aptos"/>
                <a:cs typeface="Aptos"/>
              </a:defRPr>
            </a:lvl1pPr>
            <a:lvl2pPr>
              <a:defRPr sz="1950" b="0">
                <a:solidFill>
                  <a:srgbClr val="173E42"/>
                </a:solidFill>
                <a:latin typeface="Aptos"/>
                <a:ea typeface="Aptos"/>
                <a:cs typeface="Aptos"/>
              </a:defRPr>
            </a:lvl2pPr>
            <a:lvl3pPr>
              <a:defRPr sz="1950" b="0">
                <a:solidFill>
                  <a:srgbClr val="173E42"/>
                </a:solidFill>
                <a:latin typeface="Aptos"/>
                <a:ea typeface="Aptos"/>
                <a:cs typeface="Aptos"/>
              </a:defRPr>
            </a:lvl3pPr>
            <a:lvl4pPr>
              <a:defRPr sz="1950" b="0">
                <a:solidFill>
                  <a:srgbClr val="173E42"/>
                </a:solidFill>
                <a:latin typeface="Aptos"/>
                <a:ea typeface="Aptos"/>
                <a:cs typeface="Aptos"/>
              </a:defRPr>
            </a:lvl4pPr>
            <a:lvl5pPr>
              <a:defRPr sz="1950" b="0">
                <a:solidFill>
                  <a:srgbClr val="173E42"/>
                </a:solidFill>
                <a:latin typeface="Aptos"/>
                <a:ea typeface="Aptos"/>
                <a:cs typeface="Aptos"/>
              </a:defRPr>
            </a:lvl5pPr>
            <a:lvl6pPr>
              <a:defRPr sz="1950" b="0">
                <a:solidFill>
                  <a:srgbClr val="173E42"/>
                </a:solidFill>
                <a:latin typeface="Aptos"/>
                <a:ea typeface="Aptos"/>
                <a:cs typeface="Aptos"/>
              </a:defRPr>
            </a:lvl6pPr>
            <a:lvl7pPr>
              <a:defRPr sz="1950" b="0">
                <a:solidFill>
                  <a:srgbClr val="173E42"/>
                </a:solidFill>
                <a:latin typeface="Aptos"/>
                <a:ea typeface="Aptos"/>
                <a:cs typeface="Aptos"/>
              </a:defRPr>
            </a:lvl7pPr>
            <a:lvl8pPr>
              <a:defRPr sz="1950" b="0">
                <a:solidFill>
                  <a:srgbClr val="173E42"/>
                </a:solidFill>
                <a:latin typeface="Aptos"/>
                <a:ea typeface="Aptos"/>
                <a:cs typeface="Aptos"/>
              </a:defRPr>
            </a:lvl8pPr>
            <a:lvl9pPr>
              <a:defRPr sz="1950" b="0">
                <a:solidFill>
                  <a:srgbClr val="173E42"/>
                </a:solidFill>
                <a:latin typeface="Aptos"/>
                <a:ea typeface="Aptos"/>
                <a:cs typeface="Aptos"/>
              </a:defRPr>
            </a:lvl9pPr>
          </a:lstStyle>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Sources read</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Cited findings</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Visible rule corrections</a:t>
            </a:r>
          </a:p>
        </p:txBody>
      </p:sp>
      <p:sp>
        <p:nvSpPr>
          <p:cNvPr id="7" name="">
            <a:extLst xmlns:a="http://schemas.openxmlformats.org/drawingml/2006/main">
              <a:ext uri="{FF2B5EF4-FFF2-40B4-BE49-F238E27FC236}">
                <a16:creationId xmlns:a16="http://schemas.microsoft.com/office/drawing/2014/main" id="{BDDEE0F9-A373-41A3-A963-382B4A71873C}"/>
              </a:ext>
            </a:extLst>
          </p:cNvPr>
          <p:cNvSpPr>
            <a:spLocks xmlns:a="http://schemas.openxmlformats.org/drawingml/2006/main" noGrp="1"/>
          </p:cNvSpPr>
          <p:nvPr/>
        </p:nvSpPr>
        <p:spPr>
          <a:xfrm xmlns:a="http://schemas.openxmlformats.org/drawingml/2006/main">
            <a:off x="8905875" y="423862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E42"/>
                </a:solidFill>
                <a:latin typeface="Aptos"/>
                <a:ea typeface="Aptos"/>
                <a:cs typeface="Aptos"/>
              </a:defRPr>
            </a:defPPr>
            <a:lvl1pPr>
              <a:defRPr sz="2175" b="1">
                <a:solidFill>
                  <a:srgbClr val="173E42"/>
                </a:solidFill>
                <a:latin typeface="Aptos"/>
                <a:ea typeface="Aptos"/>
                <a:cs typeface="Aptos"/>
              </a:defRPr>
            </a:lvl1pPr>
            <a:lvl2pPr>
              <a:defRPr sz="2175" b="1">
                <a:solidFill>
                  <a:srgbClr val="173E42"/>
                </a:solidFill>
                <a:latin typeface="Aptos"/>
                <a:ea typeface="Aptos"/>
                <a:cs typeface="Aptos"/>
              </a:defRPr>
            </a:lvl2pPr>
            <a:lvl3pPr>
              <a:defRPr sz="2175" b="1">
                <a:solidFill>
                  <a:srgbClr val="173E42"/>
                </a:solidFill>
                <a:latin typeface="Aptos"/>
                <a:ea typeface="Aptos"/>
                <a:cs typeface="Aptos"/>
              </a:defRPr>
            </a:lvl3pPr>
            <a:lvl4pPr>
              <a:defRPr sz="2175" b="1">
                <a:solidFill>
                  <a:srgbClr val="173E42"/>
                </a:solidFill>
                <a:latin typeface="Aptos"/>
                <a:ea typeface="Aptos"/>
                <a:cs typeface="Aptos"/>
              </a:defRPr>
            </a:lvl4pPr>
            <a:lvl5pPr>
              <a:defRPr sz="2175" b="1">
                <a:solidFill>
                  <a:srgbClr val="173E42"/>
                </a:solidFill>
                <a:latin typeface="Aptos"/>
                <a:ea typeface="Aptos"/>
                <a:cs typeface="Aptos"/>
              </a:defRPr>
            </a:lvl5pPr>
            <a:lvl6pPr>
              <a:defRPr sz="2175" b="1">
                <a:solidFill>
                  <a:srgbClr val="173E42"/>
                </a:solidFill>
                <a:latin typeface="Aptos"/>
                <a:ea typeface="Aptos"/>
                <a:cs typeface="Aptos"/>
              </a:defRPr>
            </a:lvl6pPr>
            <a:lvl7pPr>
              <a:defRPr sz="2175" b="1">
                <a:solidFill>
                  <a:srgbClr val="173E42"/>
                </a:solidFill>
                <a:latin typeface="Aptos"/>
                <a:ea typeface="Aptos"/>
                <a:cs typeface="Aptos"/>
              </a:defRPr>
            </a:lvl7pPr>
            <a:lvl8pPr>
              <a:defRPr sz="2175" b="1">
                <a:solidFill>
                  <a:srgbClr val="173E42"/>
                </a:solidFill>
                <a:latin typeface="Aptos"/>
                <a:ea typeface="Aptos"/>
                <a:cs typeface="Aptos"/>
              </a:defRPr>
            </a:lvl8pPr>
            <a:lvl9pPr>
              <a:defRPr sz="2175" b="1">
                <a:solidFill>
                  <a:srgbClr val="173E42"/>
                </a:solidFill>
                <a:latin typeface="Aptos"/>
                <a:ea typeface="Aptos"/>
                <a:cs typeface="Aptos"/>
              </a:defRPr>
            </a:lvl9pPr>
          </a:lstStyle>
          <a:p xmlns:a="http://schemas.openxmlformats.org/drawingml/2006/main">
            <a:pPr>
              <a:defRPr sz="2175" b="1">
                <a:solidFill>
                  <a:srgbClr val="173E42"/>
                </a:solidFill>
                <a:latin typeface="Aptos"/>
                <a:ea typeface="Aptos"/>
                <a:cs typeface="Aptos"/>
              </a:defRPr>
            </a:pPr>
            <a:r>
              <a:rPr sz="2175" b="1">
                <a:solidFill>
                  <a:srgbClr val="173E42"/>
                </a:solidFill>
                <a:latin typeface="Aptos"/>
                <a:ea typeface="Aptos"/>
                <a:cs typeface="Aptos"/>
              </a:rPr>
              <a:t>Historical replay</a:t>
            </a:r>
          </a:p>
        </p:txBody>
      </p:sp>
      <p:sp>
        <p:nvSpPr>
          <p:cNvPr id="8" name="">
            <a:extLst xmlns:a="http://schemas.openxmlformats.org/drawingml/2006/main">
              <a:ext uri="{FF2B5EF4-FFF2-40B4-BE49-F238E27FC236}">
                <a16:creationId xmlns:a16="http://schemas.microsoft.com/office/drawing/2014/main" id="{4B28A383-BE95-4009-A8CA-5FB6A02D6941}"/>
              </a:ext>
            </a:extLst>
          </p:cNvPr>
          <p:cNvSpPr>
            <a:spLocks xmlns:a="http://schemas.openxmlformats.org/drawingml/2006/main" noGrp="1"/>
          </p:cNvSpPr>
          <p:nvPr/>
        </p:nvSpPr>
        <p:spPr>
          <a:xfrm xmlns:a="http://schemas.openxmlformats.org/drawingml/2006/main">
            <a:off x="8905875" y="48577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E42"/>
                </a:solidFill>
                <a:latin typeface="Aptos"/>
                <a:ea typeface="Aptos"/>
                <a:cs typeface="Aptos"/>
              </a:defRPr>
            </a:defPPr>
            <a:lvl1pPr>
              <a:defRPr sz="1950" b="0">
                <a:solidFill>
                  <a:srgbClr val="173E42"/>
                </a:solidFill>
                <a:latin typeface="Aptos"/>
                <a:ea typeface="Aptos"/>
                <a:cs typeface="Aptos"/>
              </a:defRPr>
            </a:lvl1pPr>
            <a:lvl2pPr>
              <a:defRPr sz="1950" b="0">
                <a:solidFill>
                  <a:srgbClr val="173E42"/>
                </a:solidFill>
                <a:latin typeface="Aptos"/>
                <a:ea typeface="Aptos"/>
                <a:cs typeface="Aptos"/>
              </a:defRPr>
            </a:lvl2pPr>
            <a:lvl3pPr>
              <a:defRPr sz="1950" b="0">
                <a:solidFill>
                  <a:srgbClr val="173E42"/>
                </a:solidFill>
                <a:latin typeface="Aptos"/>
                <a:ea typeface="Aptos"/>
                <a:cs typeface="Aptos"/>
              </a:defRPr>
            </a:lvl3pPr>
            <a:lvl4pPr>
              <a:defRPr sz="1950" b="0">
                <a:solidFill>
                  <a:srgbClr val="173E42"/>
                </a:solidFill>
                <a:latin typeface="Aptos"/>
                <a:ea typeface="Aptos"/>
                <a:cs typeface="Aptos"/>
              </a:defRPr>
            </a:lvl4pPr>
            <a:lvl5pPr>
              <a:defRPr sz="1950" b="0">
                <a:solidFill>
                  <a:srgbClr val="173E42"/>
                </a:solidFill>
                <a:latin typeface="Aptos"/>
                <a:ea typeface="Aptos"/>
                <a:cs typeface="Aptos"/>
              </a:defRPr>
            </a:lvl5pPr>
            <a:lvl6pPr>
              <a:defRPr sz="1950" b="0">
                <a:solidFill>
                  <a:srgbClr val="173E42"/>
                </a:solidFill>
                <a:latin typeface="Aptos"/>
                <a:ea typeface="Aptos"/>
                <a:cs typeface="Aptos"/>
              </a:defRPr>
            </a:lvl6pPr>
            <a:lvl7pPr>
              <a:defRPr sz="1950" b="0">
                <a:solidFill>
                  <a:srgbClr val="173E42"/>
                </a:solidFill>
                <a:latin typeface="Aptos"/>
                <a:ea typeface="Aptos"/>
                <a:cs typeface="Aptos"/>
              </a:defRPr>
            </a:lvl7pPr>
            <a:lvl8pPr>
              <a:defRPr sz="1950" b="0">
                <a:solidFill>
                  <a:srgbClr val="173E42"/>
                </a:solidFill>
                <a:latin typeface="Aptos"/>
                <a:ea typeface="Aptos"/>
                <a:cs typeface="Aptos"/>
              </a:defRPr>
            </a:lvl8pPr>
            <a:lvl9pPr>
              <a:defRPr sz="1950" b="0">
                <a:solidFill>
                  <a:srgbClr val="173E42"/>
                </a:solidFill>
                <a:latin typeface="Aptos"/>
                <a:ea typeface="Aptos"/>
                <a:cs typeface="Aptos"/>
              </a:defRPr>
            </a:lvl9pPr>
          </a:lstStyle>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Recorded output</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No new model calls</a:t>
            </a:r>
          </a:p>
        </p:txBody>
      </p:sp>
      <p:sp>
        <p:nvSpPr>
          <p:cNvPr id="9" name="">
            <a:extLst xmlns:a="http://schemas.openxmlformats.org/drawingml/2006/main">
              <a:ext uri="{FF2B5EF4-FFF2-40B4-BE49-F238E27FC236}">
                <a16:creationId xmlns:a16="http://schemas.microsoft.com/office/drawing/2014/main" id="{8585E11E-B8BD-409E-A348-71F4FFA29F61}"/>
              </a:ext>
            </a:extLst>
          </p:cNvPr>
          <p:cNvSpPr>
            <a:spLocks xmlns:a="http://schemas.openxmlformats.org/drawingml/2006/main" noGrp="1"/>
          </p:cNvSpPr>
          <p:nvPr/>
        </p:nvSpPr>
        <p:spPr>
          <a:xfrm xmlns:a="http://schemas.openxmlformats.org/drawingml/2006/main">
            <a:off x="609600" y="6048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7078"/>
                </a:solidFill>
                <a:latin typeface="Aptos"/>
                <a:ea typeface="Aptos"/>
                <a:cs typeface="Aptos"/>
              </a:defRPr>
            </a:defPPr>
            <a:lvl1pPr>
              <a:defRPr sz="1275" b="0">
                <a:solidFill>
                  <a:srgbClr val="557078"/>
                </a:solidFill>
                <a:latin typeface="Aptos"/>
                <a:ea typeface="Aptos"/>
                <a:cs typeface="Aptos"/>
              </a:defRPr>
            </a:lvl1pPr>
            <a:lvl2pPr>
              <a:defRPr sz="1275" b="0">
                <a:solidFill>
                  <a:srgbClr val="557078"/>
                </a:solidFill>
                <a:latin typeface="Aptos"/>
                <a:ea typeface="Aptos"/>
                <a:cs typeface="Aptos"/>
              </a:defRPr>
            </a:lvl2pPr>
            <a:lvl3pPr>
              <a:defRPr sz="1275" b="0">
                <a:solidFill>
                  <a:srgbClr val="557078"/>
                </a:solidFill>
                <a:latin typeface="Aptos"/>
                <a:ea typeface="Aptos"/>
                <a:cs typeface="Aptos"/>
              </a:defRPr>
            </a:lvl3pPr>
            <a:lvl4pPr>
              <a:defRPr sz="1275" b="0">
                <a:solidFill>
                  <a:srgbClr val="557078"/>
                </a:solidFill>
                <a:latin typeface="Aptos"/>
                <a:ea typeface="Aptos"/>
                <a:cs typeface="Aptos"/>
              </a:defRPr>
            </a:lvl4pPr>
            <a:lvl5pPr>
              <a:defRPr sz="1275" b="0">
                <a:solidFill>
                  <a:srgbClr val="557078"/>
                </a:solidFill>
                <a:latin typeface="Aptos"/>
                <a:ea typeface="Aptos"/>
                <a:cs typeface="Aptos"/>
              </a:defRPr>
            </a:lvl5pPr>
            <a:lvl6pPr>
              <a:defRPr sz="1275" b="0">
                <a:solidFill>
                  <a:srgbClr val="557078"/>
                </a:solidFill>
                <a:latin typeface="Aptos"/>
                <a:ea typeface="Aptos"/>
                <a:cs typeface="Aptos"/>
              </a:defRPr>
            </a:lvl6pPr>
            <a:lvl7pPr>
              <a:defRPr sz="1275" b="0">
                <a:solidFill>
                  <a:srgbClr val="557078"/>
                </a:solidFill>
                <a:latin typeface="Aptos"/>
                <a:ea typeface="Aptos"/>
                <a:cs typeface="Aptos"/>
              </a:defRPr>
            </a:lvl7pPr>
            <a:lvl8pPr>
              <a:defRPr sz="1275" b="0">
                <a:solidFill>
                  <a:srgbClr val="557078"/>
                </a:solidFill>
                <a:latin typeface="Aptos"/>
                <a:ea typeface="Aptos"/>
                <a:cs typeface="Aptos"/>
              </a:defRPr>
            </a:lvl8pPr>
            <a:lvl9pPr>
              <a:defRPr sz="1275" b="0">
                <a:solidFill>
                  <a:srgbClr val="557078"/>
                </a:solidFill>
                <a:latin typeface="Aptos"/>
                <a:ea typeface="Aptos"/>
                <a:cs typeface="Aptos"/>
              </a:defRPr>
            </a:lvl9pPr>
          </a:lstStyle>
          <a:p xmlns:a="http://schemas.openxmlformats.org/drawingml/2006/main">
            <a:pPr>
              <a:defRPr sz="1275" b="0">
                <a:solidFill>
                  <a:srgbClr val="557078"/>
                </a:solidFill>
                <a:latin typeface="Aptos"/>
                <a:ea typeface="Aptos"/>
                <a:cs typeface="Aptos"/>
              </a:defRPr>
            </a:pPr>
            <a:r>
              <a:rPr sz="1275" b="0">
                <a:solidFill>
                  <a:srgbClr val="557078"/>
                </a:solidFill>
                <a:latin typeface="Aptos"/>
                <a:ea typeface="Aptos"/>
                <a:cs typeface="Aptos"/>
              </a:rPr>
              <a:t>Supplier view / real inference / synthetic business evidence</a:t>
            </a:r>
          </a:p>
        </p:txBody>
      </p:sp>
    </p:spTree>
    <p:extLst>
      <p:ext uri="{BB962C8B-B14F-4D97-AF65-F5344CB8AC3E}">
        <p14:creationId xmlns:p14="http://schemas.microsoft.com/office/powerpoint/2010/main" val="677279550"/>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7A500A-4FC2-42F3-BB7B-8F1DC7A2317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New information changes the next action</a:t>
            </a:r>
          </a:p>
        </p:txBody>
      </p:sp>
      <p:sp>
        <p:nvSpPr>
          <p:cNvPr id="2" name="">
            <a:extLst xmlns:a="http://schemas.openxmlformats.org/drawingml/2006/main">
              <a:ext uri="{FF2B5EF4-FFF2-40B4-BE49-F238E27FC236}">
                <a16:creationId xmlns:a16="http://schemas.microsoft.com/office/drawing/2014/main" id="{6D7FC923-4E7B-4143-B05D-2FADFBAC4E5D}"/>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9A28A5FB-B99E-44A3-8F1A-1B0B71277D14}"/>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14BDA972-C617-4FA1-980C-38E182BE3D95}"/>
              </a:ext>
            </a:extLst>
          </p:cNvPr>
          <p:cNvSpPr>
            <a:spLocks xmlns:a="http://schemas.openxmlformats.org/drawingml/2006/main" noGrp="1"/>
          </p:cNvSpPr>
          <p:nvPr/>
        </p:nvSpPr>
        <p:spPr>
          <a:xfrm xmlns:a="http://schemas.openxmlformats.org/drawingml/2006/main">
            <a:off x="609600" y="152400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557078"/>
                </a:solidFill>
                <a:latin typeface="Aptos"/>
                <a:ea typeface="Aptos"/>
                <a:cs typeface="Aptos"/>
              </a:defRPr>
            </a:defPPr>
            <a:lvl1pPr>
              <a:defRPr sz="1950" b="1">
                <a:solidFill>
                  <a:srgbClr val="557078"/>
                </a:solidFill>
                <a:latin typeface="Aptos"/>
                <a:ea typeface="Aptos"/>
                <a:cs typeface="Aptos"/>
              </a:defRPr>
            </a:lvl1pPr>
            <a:lvl2pPr>
              <a:defRPr sz="1950" b="1">
                <a:solidFill>
                  <a:srgbClr val="557078"/>
                </a:solidFill>
                <a:latin typeface="Aptos"/>
                <a:ea typeface="Aptos"/>
                <a:cs typeface="Aptos"/>
              </a:defRPr>
            </a:lvl2pPr>
            <a:lvl3pPr>
              <a:defRPr sz="1950" b="1">
                <a:solidFill>
                  <a:srgbClr val="557078"/>
                </a:solidFill>
                <a:latin typeface="Aptos"/>
                <a:ea typeface="Aptos"/>
                <a:cs typeface="Aptos"/>
              </a:defRPr>
            </a:lvl3pPr>
            <a:lvl4pPr>
              <a:defRPr sz="1950" b="1">
                <a:solidFill>
                  <a:srgbClr val="557078"/>
                </a:solidFill>
                <a:latin typeface="Aptos"/>
                <a:ea typeface="Aptos"/>
                <a:cs typeface="Aptos"/>
              </a:defRPr>
            </a:lvl4pPr>
            <a:lvl5pPr>
              <a:defRPr sz="1950" b="1">
                <a:solidFill>
                  <a:srgbClr val="557078"/>
                </a:solidFill>
                <a:latin typeface="Aptos"/>
                <a:ea typeface="Aptos"/>
                <a:cs typeface="Aptos"/>
              </a:defRPr>
            </a:lvl5pPr>
            <a:lvl6pPr>
              <a:defRPr sz="1950" b="1">
                <a:solidFill>
                  <a:srgbClr val="557078"/>
                </a:solidFill>
                <a:latin typeface="Aptos"/>
                <a:ea typeface="Aptos"/>
                <a:cs typeface="Aptos"/>
              </a:defRPr>
            </a:lvl6pPr>
            <a:lvl7pPr>
              <a:defRPr sz="1950" b="1">
                <a:solidFill>
                  <a:srgbClr val="557078"/>
                </a:solidFill>
                <a:latin typeface="Aptos"/>
                <a:ea typeface="Aptos"/>
                <a:cs typeface="Aptos"/>
              </a:defRPr>
            </a:lvl7pPr>
            <a:lvl8pPr>
              <a:defRPr sz="1950" b="1">
                <a:solidFill>
                  <a:srgbClr val="557078"/>
                </a:solidFill>
                <a:latin typeface="Aptos"/>
                <a:ea typeface="Aptos"/>
                <a:cs typeface="Aptos"/>
              </a:defRPr>
            </a:lvl8pPr>
            <a:lvl9pPr>
              <a:defRPr sz="1950" b="1">
                <a:solidFill>
                  <a:srgbClr val="557078"/>
                </a:solidFill>
                <a:latin typeface="Aptos"/>
                <a:ea typeface="Aptos"/>
                <a:cs typeface="Aptos"/>
              </a:defRPr>
            </a:lvl9pPr>
          </a:lstStyle>
          <a:p xmlns:a="http://schemas.openxmlformats.org/drawingml/2006/main">
            <a:pPr>
              <a:defRPr sz="1950" b="1">
                <a:solidFill>
                  <a:srgbClr val="557078"/>
                </a:solidFill>
                <a:latin typeface="Aptos"/>
                <a:ea typeface="Aptos"/>
                <a:cs typeface="Aptos"/>
              </a:defRPr>
            </a:pPr>
            <a:r>
              <a:rPr sz="1950" b="1">
                <a:solidFill>
                  <a:srgbClr val="557078"/>
                </a:solidFill>
                <a:latin typeface="Aptos"/>
                <a:ea typeface="Aptos"/>
                <a:cs typeface="Aptos"/>
              </a:rPr>
              <a:t>Evidence received</a:t>
            </a:r>
          </a:p>
        </p:txBody>
      </p:sp>
      <p:sp>
        <p:nvSpPr>
          <p:cNvPr id="5" name="">
            <a:extLst xmlns:a="http://schemas.openxmlformats.org/drawingml/2006/main">
              <a:ext uri="{FF2B5EF4-FFF2-40B4-BE49-F238E27FC236}">
                <a16:creationId xmlns:a16="http://schemas.microsoft.com/office/drawing/2014/main" id="{112424D5-765D-46F1-80C5-73D4FF1AE17B}"/>
              </a:ext>
            </a:extLst>
          </p:cNvPr>
          <p:cNvSpPr>
            <a:spLocks xmlns:a="http://schemas.openxmlformats.org/drawingml/2006/main" noGrp="1"/>
          </p:cNvSpPr>
          <p:nvPr/>
        </p:nvSpPr>
        <p:spPr>
          <a:xfrm xmlns:a="http://schemas.openxmlformats.org/drawingml/2006/main">
            <a:off x="5048250" y="15240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557078"/>
                </a:solidFill>
                <a:latin typeface="Aptos"/>
                <a:ea typeface="Aptos"/>
                <a:cs typeface="Aptos"/>
              </a:defRPr>
            </a:defPPr>
            <a:lvl1pPr>
              <a:defRPr sz="1950" b="1">
                <a:solidFill>
                  <a:srgbClr val="557078"/>
                </a:solidFill>
                <a:latin typeface="Aptos"/>
                <a:ea typeface="Aptos"/>
                <a:cs typeface="Aptos"/>
              </a:defRPr>
            </a:lvl1pPr>
            <a:lvl2pPr>
              <a:defRPr sz="1950" b="1">
                <a:solidFill>
                  <a:srgbClr val="557078"/>
                </a:solidFill>
                <a:latin typeface="Aptos"/>
                <a:ea typeface="Aptos"/>
                <a:cs typeface="Aptos"/>
              </a:defRPr>
            </a:lvl2pPr>
            <a:lvl3pPr>
              <a:defRPr sz="1950" b="1">
                <a:solidFill>
                  <a:srgbClr val="557078"/>
                </a:solidFill>
                <a:latin typeface="Aptos"/>
                <a:ea typeface="Aptos"/>
                <a:cs typeface="Aptos"/>
              </a:defRPr>
            </a:lvl3pPr>
            <a:lvl4pPr>
              <a:defRPr sz="1950" b="1">
                <a:solidFill>
                  <a:srgbClr val="557078"/>
                </a:solidFill>
                <a:latin typeface="Aptos"/>
                <a:ea typeface="Aptos"/>
                <a:cs typeface="Aptos"/>
              </a:defRPr>
            </a:lvl4pPr>
            <a:lvl5pPr>
              <a:defRPr sz="1950" b="1">
                <a:solidFill>
                  <a:srgbClr val="557078"/>
                </a:solidFill>
                <a:latin typeface="Aptos"/>
                <a:ea typeface="Aptos"/>
                <a:cs typeface="Aptos"/>
              </a:defRPr>
            </a:lvl5pPr>
            <a:lvl6pPr>
              <a:defRPr sz="1950" b="1">
                <a:solidFill>
                  <a:srgbClr val="557078"/>
                </a:solidFill>
                <a:latin typeface="Aptos"/>
                <a:ea typeface="Aptos"/>
                <a:cs typeface="Aptos"/>
              </a:defRPr>
            </a:lvl6pPr>
            <a:lvl7pPr>
              <a:defRPr sz="1950" b="1">
                <a:solidFill>
                  <a:srgbClr val="557078"/>
                </a:solidFill>
                <a:latin typeface="Aptos"/>
                <a:ea typeface="Aptos"/>
                <a:cs typeface="Aptos"/>
              </a:defRPr>
            </a:lvl7pPr>
            <a:lvl8pPr>
              <a:defRPr sz="1950" b="1">
                <a:solidFill>
                  <a:srgbClr val="557078"/>
                </a:solidFill>
                <a:latin typeface="Aptos"/>
                <a:ea typeface="Aptos"/>
                <a:cs typeface="Aptos"/>
              </a:defRPr>
            </a:lvl8pPr>
            <a:lvl9pPr>
              <a:defRPr sz="1950" b="1">
                <a:solidFill>
                  <a:srgbClr val="557078"/>
                </a:solidFill>
                <a:latin typeface="Aptos"/>
                <a:ea typeface="Aptos"/>
                <a:cs typeface="Aptos"/>
              </a:defRPr>
            </a:lvl9pPr>
          </a:lstStyle>
          <a:p xmlns:a="http://schemas.openxmlformats.org/drawingml/2006/main">
            <a:pPr>
              <a:defRPr sz="1950" b="1">
                <a:solidFill>
                  <a:srgbClr val="557078"/>
                </a:solidFill>
                <a:latin typeface="Aptos"/>
                <a:ea typeface="Aptos"/>
                <a:cs typeface="Aptos"/>
              </a:defRPr>
            </a:pPr>
            <a:r>
              <a:rPr sz="1950" b="1">
                <a:solidFill>
                  <a:srgbClr val="557078"/>
                </a:solidFill>
                <a:latin typeface="Aptos"/>
                <a:ea typeface="Aptos"/>
                <a:cs typeface="Aptos"/>
              </a:rPr>
              <a:t>Resulting next step</a:t>
            </a:r>
          </a:p>
        </p:txBody>
      </p:sp>
      <p:sp>
        <p:nvSpPr>
          <p:cNvPr id="6" name="">
            <a:extLst xmlns:a="http://schemas.openxmlformats.org/drawingml/2006/main">
              <a:ext uri="{FF2B5EF4-FFF2-40B4-BE49-F238E27FC236}">
                <a16:creationId xmlns:a16="http://schemas.microsoft.com/office/drawing/2014/main" id="{7382C402-C359-4B7C-86C6-0F638F108965}"/>
              </a:ext>
            </a:extLst>
          </p:cNvPr>
          <p:cNvSpPr>
            <a:spLocks xmlns:a="http://schemas.openxmlformats.org/drawingml/2006/main" noGrp="1"/>
          </p:cNvSpPr>
          <p:nvPr/>
        </p:nvSpPr>
        <p:spPr>
          <a:xfrm xmlns:a="http://schemas.openxmlformats.org/drawingml/2006/main">
            <a:off x="609600" y="2333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E42"/>
                </a:solidFill>
                <a:latin typeface="Aptos"/>
                <a:ea typeface="Aptos"/>
                <a:cs typeface="Aptos"/>
              </a:defRPr>
            </a:defPPr>
            <a:lvl1pPr>
              <a:defRPr sz="2325" b="1">
                <a:solidFill>
                  <a:srgbClr val="173E42"/>
                </a:solidFill>
                <a:latin typeface="Aptos"/>
                <a:ea typeface="Aptos"/>
                <a:cs typeface="Aptos"/>
              </a:defRPr>
            </a:lvl1pPr>
            <a:lvl2pPr>
              <a:defRPr sz="2325" b="1">
                <a:solidFill>
                  <a:srgbClr val="173E42"/>
                </a:solidFill>
                <a:latin typeface="Aptos"/>
                <a:ea typeface="Aptos"/>
                <a:cs typeface="Aptos"/>
              </a:defRPr>
            </a:lvl2pPr>
            <a:lvl3pPr>
              <a:defRPr sz="2325" b="1">
                <a:solidFill>
                  <a:srgbClr val="173E42"/>
                </a:solidFill>
                <a:latin typeface="Aptos"/>
                <a:ea typeface="Aptos"/>
                <a:cs typeface="Aptos"/>
              </a:defRPr>
            </a:lvl3pPr>
            <a:lvl4pPr>
              <a:defRPr sz="2325" b="1">
                <a:solidFill>
                  <a:srgbClr val="173E42"/>
                </a:solidFill>
                <a:latin typeface="Aptos"/>
                <a:ea typeface="Aptos"/>
                <a:cs typeface="Aptos"/>
              </a:defRPr>
            </a:lvl4pPr>
            <a:lvl5pPr>
              <a:defRPr sz="2325" b="1">
                <a:solidFill>
                  <a:srgbClr val="173E42"/>
                </a:solidFill>
                <a:latin typeface="Aptos"/>
                <a:ea typeface="Aptos"/>
                <a:cs typeface="Aptos"/>
              </a:defRPr>
            </a:lvl5pPr>
            <a:lvl6pPr>
              <a:defRPr sz="2325" b="1">
                <a:solidFill>
                  <a:srgbClr val="173E42"/>
                </a:solidFill>
                <a:latin typeface="Aptos"/>
                <a:ea typeface="Aptos"/>
                <a:cs typeface="Aptos"/>
              </a:defRPr>
            </a:lvl6pPr>
            <a:lvl7pPr>
              <a:defRPr sz="2325" b="1">
                <a:solidFill>
                  <a:srgbClr val="173E42"/>
                </a:solidFill>
                <a:latin typeface="Aptos"/>
                <a:ea typeface="Aptos"/>
                <a:cs typeface="Aptos"/>
              </a:defRPr>
            </a:lvl7pPr>
            <a:lvl8pPr>
              <a:defRPr sz="2325" b="1">
                <a:solidFill>
                  <a:srgbClr val="173E42"/>
                </a:solidFill>
                <a:latin typeface="Aptos"/>
                <a:ea typeface="Aptos"/>
                <a:cs typeface="Aptos"/>
              </a:defRPr>
            </a:lvl8pPr>
            <a:lvl9pPr>
              <a:defRPr sz="2325" b="1">
                <a:solidFill>
                  <a:srgbClr val="173E42"/>
                </a:solidFill>
                <a:latin typeface="Aptos"/>
                <a:ea typeface="Aptos"/>
                <a:cs typeface="Aptos"/>
              </a:defRPr>
            </a:lvl9pPr>
          </a:lstStyle>
          <a:p xmlns:a="http://schemas.openxmlformats.org/drawingml/2006/main">
            <a:pPr>
              <a:defRPr sz="2325" b="1">
                <a:solidFill>
                  <a:srgbClr val="173E42"/>
                </a:solidFill>
                <a:latin typeface="Aptos"/>
                <a:ea typeface="Aptos"/>
                <a:cs typeface="Aptos"/>
              </a:defRPr>
            </a:pPr>
            <a:r>
              <a:rPr sz="2325" b="1">
                <a:solidFill>
                  <a:srgbClr val="173E42"/>
                </a:solidFill>
                <a:latin typeface="Aptos"/>
                <a:ea typeface="Aptos"/>
                <a:cs typeface="Aptos"/>
              </a:rPr>
              <a:t>No carrier reply</a:t>
            </a:r>
          </a:p>
        </p:txBody>
      </p:sp>
      <p:sp>
        <p:nvSpPr>
          <p:cNvPr id="7" name="">
            <a:extLst xmlns:a="http://schemas.openxmlformats.org/drawingml/2006/main">
              <a:ext uri="{FF2B5EF4-FFF2-40B4-BE49-F238E27FC236}">
                <a16:creationId xmlns:a16="http://schemas.microsoft.com/office/drawing/2014/main" id="{4E16ACAB-EF0F-4CC0-920D-0A4F933989A7}"/>
              </a:ext>
            </a:extLst>
          </p:cNvPr>
          <p:cNvSpPr>
            <a:spLocks xmlns:a="http://schemas.openxmlformats.org/drawingml/2006/main" noGrp="1"/>
          </p:cNvSpPr>
          <p:nvPr/>
        </p:nvSpPr>
        <p:spPr>
          <a:xfrm xmlns:a="http://schemas.openxmlformats.org/drawingml/2006/main">
            <a:off x="5048250" y="2333625"/>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E42"/>
                </a:solidFill>
                <a:latin typeface="Aptos"/>
                <a:ea typeface="Aptos"/>
                <a:cs typeface="Aptos"/>
              </a:defRPr>
            </a:defPPr>
            <a:lvl1pPr>
              <a:defRPr sz="2325" b="1">
                <a:solidFill>
                  <a:srgbClr val="173E42"/>
                </a:solidFill>
                <a:latin typeface="Aptos"/>
                <a:ea typeface="Aptos"/>
                <a:cs typeface="Aptos"/>
              </a:defRPr>
            </a:lvl1pPr>
            <a:lvl2pPr>
              <a:defRPr sz="2325" b="1">
                <a:solidFill>
                  <a:srgbClr val="173E42"/>
                </a:solidFill>
                <a:latin typeface="Aptos"/>
                <a:ea typeface="Aptos"/>
                <a:cs typeface="Aptos"/>
              </a:defRPr>
            </a:lvl2pPr>
            <a:lvl3pPr>
              <a:defRPr sz="2325" b="1">
                <a:solidFill>
                  <a:srgbClr val="173E42"/>
                </a:solidFill>
                <a:latin typeface="Aptos"/>
                <a:ea typeface="Aptos"/>
                <a:cs typeface="Aptos"/>
              </a:defRPr>
            </a:lvl3pPr>
            <a:lvl4pPr>
              <a:defRPr sz="2325" b="1">
                <a:solidFill>
                  <a:srgbClr val="173E42"/>
                </a:solidFill>
                <a:latin typeface="Aptos"/>
                <a:ea typeface="Aptos"/>
                <a:cs typeface="Aptos"/>
              </a:defRPr>
            </a:lvl4pPr>
            <a:lvl5pPr>
              <a:defRPr sz="2325" b="1">
                <a:solidFill>
                  <a:srgbClr val="173E42"/>
                </a:solidFill>
                <a:latin typeface="Aptos"/>
                <a:ea typeface="Aptos"/>
                <a:cs typeface="Aptos"/>
              </a:defRPr>
            </a:lvl5pPr>
            <a:lvl6pPr>
              <a:defRPr sz="2325" b="1">
                <a:solidFill>
                  <a:srgbClr val="173E42"/>
                </a:solidFill>
                <a:latin typeface="Aptos"/>
                <a:ea typeface="Aptos"/>
                <a:cs typeface="Aptos"/>
              </a:defRPr>
            </a:lvl6pPr>
            <a:lvl7pPr>
              <a:defRPr sz="2325" b="1">
                <a:solidFill>
                  <a:srgbClr val="173E42"/>
                </a:solidFill>
                <a:latin typeface="Aptos"/>
                <a:ea typeface="Aptos"/>
                <a:cs typeface="Aptos"/>
              </a:defRPr>
            </a:lvl7pPr>
            <a:lvl8pPr>
              <a:defRPr sz="2325" b="1">
                <a:solidFill>
                  <a:srgbClr val="173E42"/>
                </a:solidFill>
                <a:latin typeface="Aptos"/>
                <a:ea typeface="Aptos"/>
                <a:cs typeface="Aptos"/>
              </a:defRPr>
            </a:lvl8pPr>
            <a:lvl9pPr>
              <a:defRPr sz="2325" b="1">
                <a:solidFill>
                  <a:srgbClr val="173E42"/>
                </a:solidFill>
                <a:latin typeface="Aptos"/>
                <a:ea typeface="Aptos"/>
                <a:cs typeface="Aptos"/>
              </a:defRPr>
            </a:lvl9pPr>
          </a:lstStyle>
          <a:p xmlns:a="http://schemas.openxmlformats.org/drawingml/2006/main">
            <a:pPr>
              <a:defRPr sz="2325" b="1">
                <a:solidFill>
                  <a:srgbClr val="173E42"/>
                </a:solidFill>
                <a:latin typeface="Aptos"/>
                <a:ea typeface="Aptos"/>
                <a:cs typeface="Aptos"/>
              </a:defRPr>
            </a:pPr>
            <a:r>
              <a:rPr sz="2325" b="1">
                <a:solidFill>
                  <a:srgbClr val="173E42"/>
                </a:solidFill>
                <a:latin typeface="Aptos"/>
                <a:ea typeface="Aptos"/>
                <a:cs typeface="Aptos"/>
              </a:rPr>
              <a:t>Collect missing confirmation</a:t>
            </a:r>
          </a:p>
        </p:txBody>
      </p:sp>
      <p:sp>
        <p:nvSpPr>
          <p:cNvPr id="8" name="">
            <a:extLst xmlns:a="http://schemas.openxmlformats.org/drawingml/2006/main">
              <a:ext uri="{FF2B5EF4-FFF2-40B4-BE49-F238E27FC236}">
                <a16:creationId xmlns:a16="http://schemas.microsoft.com/office/drawing/2014/main" id="{D6F0C601-71D2-4E17-8F36-C2E0651F77BB}"/>
              </a:ext>
            </a:extLst>
          </p:cNvPr>
          <p:cNvSpPr>
            <a:spLocks xmlns:a="http://schemas.openxmlformats.org/drawingml/2006/main" noGrp="1"/>
          </p:cNvSpPr>
          <p:nvPr/>
        </p:nvSpPr>
        <p:spPr>
          <a:xfrm xmlns:a="http://schemas.openxmlformats.org/drawingml/2006/main">
            <a:off x="609600" y="34766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E42"/>
                </a:solidFill>
                <a:latin typeface="Aptos"/>
                <a:ea typeface="Aptos"/>
                <a:cs typeface="Aptos"/>
              </a:defRPr>
            </a:defPPr>
            <a:lvl1pPr>
              <a:defRPr sz="2325" b="1">
                <a:solidFill>
                  <a:srgbClr val="173E42"/>
                </a:solidFill>
                <a:latin typeface="Aptos"/>
                <a:ea typeface="Aptos"/>
                <a:cs typeface="Aptos"/>
              </a:defRPr>
            </a:lvl1pPr>
            <a:lvl2pPr>
              <a:defRPr sz="2325" b="1">
                <a:solidFill>
                  <a:srgbClr val="173E42"/>
                </a:solidFill>
                <a:latin typeface="Aptos"/>
                <a:ea typeface="Aptos"/>
                <a:cs typeface="Aptos"/>
              </a:defRPr>
            </a:lvl2pPr>
            <a:lvl3pPr>
              <a:defRPr sz="2325" b="1">
                <a:solidFill>
                  <a:srgbClr val="173E42"/>
                </a:solidFill>
                <a:latin typeface="Aptos"/>
                <a:ea typeface="Aptos"/>
                <a:cs typeface="Aptos"/>
              </a:defRPr>
            </a:lvl3pPr>
            <a:lvl4pPr>
              <a:defRPr sz="2325" b="1">
                <a:solidFill>
                  <a:srgbClr val="173E42"/>
                </a:solidFill>
                <a:latin typeface="Aptos"/>
                <a:ea typeface="Aptos"/>
                <a:cs typeface="Aptos"/>
              </a:defRPr>
            </a:lvl4pPr>
            <a:lvl5pPr>
              <a:defRPr sz="2325" b="1">
                <a:solidFill>
                  <a:srgbClr val="173E42"/>
                </a:solidFill>
                <a:latin typeface="Aptos"/>
                <a:ea typeface="Aptos"/>
                <a:cs typeface="Aptos"/>
              </a:defRPr>
            </a:lvl5pPr>
            <a:lvl6pPr>
              <a:defRPr sz="2325" b="1">
                <a:solidFill>
                  <a:srgbClr val="173E42"/>
                </a:solidFill>
                <a:latin typeface="Aptos"/>
                <a:ea typeface="Aptos"/>
                <a:cs typeface="Aptos"/>
              </a:defRPr>
            </a:lvl6pPr>
            <a:lvl7pPr>
              <a:defRPr sz="2325" b="1">
                <a:solidFill>
                  <a:srgbClr val="173E42"/>
                </a:solidFill>
                <a:latin typeface="Aptos"/>
                <a:ea typeface="Aptos"/>
                <a:cs typeface="Aptos"/>
              </a:defRPr>
            </a:lvl7pPr>
            <a:lvl8pPr>
              <a:defRPr sz="2325" b="1">
                <a:solidFill>
                  <a:srgbClr val="173E42"/>
                </a:solidFill>
                <a:latin typeface="Aptos"/>
                <a:ea typeface="Aptos"/>
                <a:cs typeface="Aptos"/>
              </a:defRPr>
            </a:lvl8pPr>
            <a:lvl9pPr>
              <a:defRPr sz="2325" b="1">
                <a:solidFill>
                  <a:srgbClr val="173E42"/>
                </a:solidFill>
                <a:latin typeface="Aptos"/>
                <a:ea typeface="Aptos"/>
                <a:cs typeface="Aptos"/>
              </a:defRPr>
            </a:lvl9pPr>
          </a:lstStyle>
          <a:p xmlns:a="http://schemas.openxmlformats.org/drawingml/2006/main">
            <a:pPr>
              <a:defRPr sz="2325" b="1">
                <a:solidFill>
                  <a:srgbClr val="173E42"/>
                </a:solidFill>
                <a:latin typeface="Aptos"/>
                <a:ea typeface="Aptos"/>
                <a:cs typeface="Aptos"/>
              </a:defRPr>
            </a:pPr>
            <a:r>
              <a:rPr sz="2325" b="1">
                <a:solidFill>
                  <a:srgbClr val="173E42"/>
                </a:solidFill>
                <a:latin typeface="Aptos"/>
                <a:ea typeface="Aptos"/>
                <a:cs typeface="Aptos"/>
              </a:rPr>
              <a:t>Carrier explicitly declines</a:t>
            </a:r>
          </a:p>
        </p:txBody>
      </p:sp>
      <p:sp>
        <p:nvSpPr>
          <p:cNvPr id="9" name="">
            <a:extLst xmlns:a="http://schemas.openxmlformats.org/drawingml/2006/main">
              <a:ext uri="{FF2B5EF4-FFF2-40B4-BE49-F238E27FC236}">
                <a16:creationId xmlns:a16="http://schemas.microsoft.com/office/drawing/2014/main" id="{27E5313C-562C-4387-AD60-35BAB3A019C9}"/>
              </a:ext>
            </a:extLst>
          </p:cNvPr>
          <p:cNvSpPr>
            <a:spLocks xmlns:a="http://schemas.openxmlformats.org/drawingml/2006/main" noGrp="1"/>
          </p:cNvSpPr>
          <p:nvPr/>
        </p:nvSpPr>
        <p:spPr>
          <a:xfrm xmlns:a="http://schemas.openxmlformats.org/drawingml/2006/main">
            <a:off x="5048250" y="3476625"/>
            <a:ext cx="657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986619"/>
                </a:solidFill>
                <a:latin typeface="Aptos"/>
                <a:ea typeface="Aptos"/>
                <a:cs typeface="Aptos"/>
              </a:defRPr>
            </a:defPPr>
            <a:lvl1pPr>
              <a:defRPr sz="2325" b="1">
                <a:solidFill>
                  <a:srgbClr val="986619"/>
                </a:solidFill>
                <a:latin typeface="Aptos"/>
                <a:ea typeface="Aptos"/>
                <a:cs typeface="Aptos"/>
              </a:defRPr>
            </a:lvl1pPr>
            <a:lvl2pPr>
              <a:defRPr sz="2325" b="1">
                <a:solidFill>
                  <a:srgbClr val="986619"/>
                </a:solidFill>
                <a:latin typeface="Aptos"/>
                <a:ea typeface="Aptos"/>
                <a:cs typeface="Aptos"/>
              </a:defRPr>
            </a:lvl2pPr>
            <a:lvl3pPr>
              <a:defRPr sz="2325" b="1">
                <a:solidFill>
                  <a:srgbClr val="986619"/>
                </a:solidFill>
                <a:latin typeface="Aptos"/>
                <a:ea typeface="Aptos"/>
                <a:cs typeface="Aptos"/>
              </a:defRPr>
            </a:lvl3pPr>
            <a:lvl4pPr>
              <a:defRPr sz="2325" b="1">
                <a:solidFill>
                  <a:srgbClr val="986619"/>
                </a:solidFill>
                <a:latin typeface="Aptos"/>
                <a:ea typeface="Aptos"/>
                <a:cs typeface="Aptos"/>
              </a:defRPr>
            </a:lvl4pPr>
            <a:lvl5pPr>
              <a:defRPr sz="2325" b="1">
                <a:solidFill>
                  <a:srgbClr val="986619"/>
                </a:solidFill>
                <a:latin typeface="Aptos"/>
                <a:ea typeface="Aptos"/>
                <a:cs typeface="Aptos"/>
              </a:defRPr>
            </a:lvl5pPr>
            <a:lvl6pPr>
              <a:defRPr sz="2325" b="1">
                <a:solidFill>
                  <a:srgbClr val="986619"/>
                </a:solidFill>
                <a:latin typeface="Aptos"/>
                <a:ea typeface="Aptos"/>
                <a:cs typeface="Aptos"/>
              </a:defRPr>
            </a:lvl6pPr>
            <a:lvl7pPr>
              <a:defRPr sz="2325" b="1">
                <a:solidFill>
                  <a:srgbClr val="986619"/>
                </a:solidFill>
                <a:latin typeface="Aptos"/>
                <a:ea typeface="Aptos"/>
                <a:cs typeface="Aptos"/>
              </a:defRPr>
            </a:lvl7pPr>
            <a:lvl8pPr>
              <a:defRPr sz="2325" b="1">
                <a:solidFill>
                  <a:srgbClr val="986619"/>
                </a:solidFill>
                <a:latin typeface="Aptos"/>
                <a:ea typeface="Aptos"/>
                <a:cs typeface="Aptos"/>
              </a:defRPr>
            </a:lvl8pPr>
            <a:lvl9pPr>
              <a:defRPr sz="2325" b="1">
                <a:solidFill>
                  <a:srgbClr val="986619"/>
                </a:solidFill>
                <a:latin typeface="Aptos"/>
                <a:ea typeface="Aptos"/>
                <a:cs typeface="Aptos"/>
              </a:defRPr>
            </a:lvl9pPr>
          </a:lstStyle>
          <a:p xmlns:a="http://schemas.openxmlformats.org/drawingml/2006/main">
            <a:pPr>
              <a:defRPr sz="2325" b="1">
                <a:solidFill>
                  <a:srgbClr val="986619"/>
                </a:solidFill>
                <a:latin typeface="Aptos"/>
                <a:ea typeface="Aptos"/>
                <a:cs typeface="Aptos"/>
              </a:defRPr>
            </a:pPr>
            <a:r>
              <a:rPr sz="2325" b="1">
                <a:solidFill>
                  <a:srgbClr val="986619"/>
                </a:solidFill>
                <a:latin typeface="Aptos"/>
                <a:ea typeface="Aptos"/>
                <a:cs typeface="Aptos"/>
              </a:rPr>
              <a:t>Planner chooses investigation or closure</a:t>
            </a:r>
          </a:p>
        </p:txBody>
      </p:sp>
      <p:sp>
        <p:nvSpPr>
          <p:cNvPr id="10" name="">
            <a:extLst xmlns:a="http://schemas.openxmlformats.org/drawingml/2006/main">
              <a:ext uri="{FF2B5EF4-FFF2-40B4-BE49-F238E27FC236}">
                <a16:creationId xmlns:a16="http://schemas.microsoft.com/office/drawing/2014/main" id="{50CA711C-2DEB-4AD5-A256-E8CAEB6896BF}"/>
              </a:ext>
            </a:extLst>
          </p:cNvPr>
          <p:cNvSpPr>
            <a:spLocks xmlns:a="http://schemas.openxmlformats.org/drawingml/2006/main" noGrp="1"/>
          </p:cNvSpPr>
          <p:nvPr/>
        </p:nvSpPr>
        <p:spPr>
          <a:xfrm xmlns:a="http://schemas.openxmlformats.org/drawingml/2006/main">
            <a:off x="609600" y="4810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E42"/>
                </a:solidFill>
                <a:latin typeface="Aptos"/>
                <a:ea typeface="Aptos"/>
                <a:cs typeface="Aptos"/>
              </a:defRPr>
            </a:defPPr>
            <a:lvl1pPr>
              <a:defRPr sz="2325" b="1">
                <a:solidFill>
                  <a:srgbClr val="173E42"/>
                </a:solidFill>
                <a:latin typeface="Aptos"/>
                <a:ea typeface="Aptos"/>
                <a:cs typeface="Aptos"/>
              </a:defRPr>
            </a:lvl1pPr>
            <a:lvl2pPr>
              <a:defRPr sz="2325" b="1">
                <a:solidFill>
                  <a:srgbClr val="173E42"/>
                </a:solidFill>
                <a:latin typeface="Aptos"/>
                <a:ea typeface="Aptos"/>
                <a:cs typeface="Aptos"/>
              </a:defRPr>
            </a:lvl2pPr>
            <a:lvl3pPr>
              <a:defRPr sz="2325" b="1">
                <a:solidFill>
                  <a:srgbClr val="173E42"/>
                </a:solidFill>
                <a:latin typeface="Aptos"/>
                <a:ea typeface="Aptos"/>
                <a:cs typeface="Aptos"/>
              </a:defRPr>
            </a:lvl3pPr>
            <a:lvl4pPr>
              <a:defRPr sz="2325" b="1">
                <a:solidFill>
                  <a:srgbClr val="173E42"/>
                </a:solidFill>
                <a:latin typeface="Aptos"/>
                <a:ea typeface="Aptos"/>
                <a:cs typeface="Aptos"/>
              </a:defRPr>
            </a:lvl4pPr>
            <a:lvl5pPr>
              <a:defRPr sz="2325" b="1">
                <a:solidFill>
                  <a:srgbClr val="173E42"/>
                </a:solidFill>
                <a:latin typeface="Aptos"/>
                <a:ea typeface="Aptos"/>
                <a:cs typeface="Aptos"/>
              </a:defRPr>
            </a:lvl5pPr>
            <a:lvl6pPr>
              <a:defRPr sz="2325" b="1">
                <a:solidFill>
                  <a:srgbClr val="173E42"/>
                </a:solidFill>
                <a:latin typeface="Aptos"/>
                <a:ea typeface="Aptos"/>
                <a:cs typeface="Aptos"/>
              </a:defRPr>
            </a:lvl6pPr>
            <a:lvl7pPr>
              <a:defRPr sz="2325" b="1">
                <a:solidFill>
                  <a:srgbClr val="173E42"/>
                </a:solidFill>
                <a:latin typeface="Aptos"/>
                <a:ea typeface="Aptos"/>
                <a:cs typeface="Aptos"/>
              </a:defRPr>
            </a:lvl7pPr>
            <a:lvl8pPr>
              <a:defRPr sz="2325" b="1">
                <a:solidFill>
                  <a:srgbClr val="173E42"/>
                </a:solidFill>
                <a:latin typeface="Aptos"/>
                <a:ea typeface="Aptos"/>
                <a:cs typeface="Aptos"/>
              </a:defRPr>
            </a:lvl8pPr>
            <a:lvl9pPr>
              <a:defRPr sz="2325" b="1">
                <a:solidFill>
                  <a:srgbClr val="173E42"/>
                </a:solidFill>
                <a:latin typeface="Aptos"/>
                <a:ea typeface="Aptos"/>
                <a:cs typeface="Aptos"/>
              </a:defRPr>
            </a:lvl9pPr>
          </a:lstStyle>
          <a:p xmlns:a="http://schemas.openxmlformats.org/drawingml/2006/main">
            <a:pPr>
              <a:defRPr sz="2325" b="1">
                <a:solidFill>
                  <a:srgbClr val="173E42"/>
                </a:solidFill>
                <a:latin typeface="Aptos"/>
                <a:ea typeface="Aptos"/>
                <a:cs typeface="Aptos"/>
              </a:defRPr>
            </a:pPr>
            <a:r>
              <a:rPr sz="2325" b="1">
                <a:solidFill>
                  <a:srgbClr val="173E42"/>
                </a:solidFill>
                <a:latin typeface="Aptos"/>
                <a:ea typeface="Aptos"/>
                <a:cs typeface="Aptos"/>
              </a:rPr>
              <a:t>Planner authorizes investigation</a:t>
            </a:r>
          </a:p>
        </p:txBody>
      </p:sp>
      <p:sp>
        <p:nvSpPr>
          <p:cNvPr id="11" name="">
            <a:extLst xmlns:a="http://schemas.openxmlformats.org/drawingml/2006/main">
              <a:ext uri="{FF2B5EF4-FFF2-40B4-BE49-F238E27FC236}">
                <a16:creationId xmlns:a16="http://schemas.microsoft.com/office/drawing/2014/main" id="{83DCB6D7-5C48-4E67-85F5-92DFC14FC657}"/>
              </a:ext>
            </a:extLst>
          </p:cNvPr>
          <p:cNvSpPr>
            <a:spLocks xmlns:a="http://schemas.openxmlformats.org/drawingml/2006/main" noGrp="1"/>
          </p:cNvSpPr>
          <p:nvPr/>
        </p:nvSpPr>
        <p:spPr>
          <a:xfrm xmlns:a="http://schemas.openxmlformats.org/drawingml/2006/main">
            <a:off x="5048250" y="4810125"/>
            <a:ext cx="657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65F"/>
                </a:solidFill>
                <a:latin typeface="Aptos"/>
                <a:ea typeface="Aptos"/>
                <a:cs typeface="Aptos"/>
              </a:defRPr>
            </a:defPPr>
            <a:lvl1pPr>
              <a:defRPr sz="2325" b="1">
                <a:solidFill>
                  <a:srgbClr val="16765F"/>
                </a:solidFill>
                <a:latin typeface="Aptos"/>
                <a:ea typeface="Aptos"/>
                <a:cs typeface="Aptos"/>
              </a:defRPr>
            </a:lvl1pPr>
            <a:lvl2pPr>
              <a:defRPr sz="2325" b="1">
                <a:solidFill>
                  <a:srgbClr val="16765F"/>
                </a:solidFill>
                <a:latin typeface="Aptos"/>
                <a:ea typeface="Aptos"/>
                <a:cs typeface="Aptos"/>
              </a:defRPr>
            </a:lvl2pPr>
            <a:lvl3pPr>
              <a:defRPr sz="2325" b="1">
                <a:solidFill>
                  <a:srgbClr val="16765F"/>
                </a:solidFill>
                <a:latin typeface="Aptos"/>
                <a:ea typeface="Aptos"/>
                <a:cs typeface="Aptos"/>
              </a:defRPr>
            </a:lvl3pPr>
            <a:lvl4pPr>
              <a:defRPr sz="2325" b="1">
                <a:solidFill>
                  <a:srgbClr val="16765F"/>
                </a:solidFill>
                <a:latin typeface="Aptos"/>
                <a:ea typeface="Aptos"/>
                <a:cs typeface="Aptos"/>
              </a:defRPr>
            </a:lvl4pPr>
            <a:lvl5pPr>
              <a:defRPr sz="2325" b="1">
                <a:solidFill>
                  <a:srgbClr val="16765F"/>
                </a:solidFill>
                <a:latin typeface="Aptos"/>
                <a:ea typeface="Aptos"/>
                <a:cs typeface="Aptos"/>
              </a:defRPr>
            </a:lvl5pPr>
            <a:lvl6pPr>
              <a:defRPr sz="2325" b="1">
                <a:solidFill>
                  <a:srgbClr val="16765F"/>
                </a:solidFill>
                <a:latin typeface="Aptos"/>
                <a:ea typeface="Aptos"/>
                <a:cs typeface="Aptos"/>
              </a:defRPr>
            </a:lvl6pPr>
            <a:lvl7pPr>
              <a:defRPr sz="2325" b="1">
                <a:solidFill>
                  <a:srgbClr val="16765F"/>
                </a:solidFill>
                <a:latin typeface="Aptos"/>
                <a:ea typeface="Aptos"/>
                <a:cs typeface="Aptos"/>
              </a:defRPr>
            </a:lvl7pPr>
            <a:lvl8pPr>
              <a:defRPr sz="2325" b="1">
                <a:solidFill>
                  <a:srgbClr val="16765F"/>
                </a:solidFill>
                <a:latin typeface="Aptos"/>
                <a:ea typeface="Aptos"/>
                <a:cs typeface="Aptos"/>
              </a:defRPr>
            </a:lvl8pPr>
            <a:lvl9pPr>
              <a:defRPr sz="2325" b="1">
                <a:solidFill>
                  <a:srgbClr val="16765F"/>
                </a:solidFill>
                <a:latin typeface="Aptos"/>
                <a:ea typeface="Aptos"/>
                <a:cs typeface="Aptos"/>
              </a:defRPr>
            </a:lvl9pPr>
          </a:lstStyle>
          <a:p xmlns:a="http://schemas.openxmlformats.org/drawingml/2006/main">
            <a:pPr>
              <a:defRPr sz="2325" b="1">
                <a:solidFill>
                  <a:srgbClr val="16765F"/>
                </a:solidFill>
                <a:latin typeface="Aptos"/>
                <a:ea typeface="Aptos"/>
                <a:cs typeface="Aptos"/>
              </a:defRPr>
            </a:pPr>
            <a:r>
              <a:rPr sz="2325" b="1">
                <a:solidFill>
                  <a:srgbClr val="16765F"/>
                </a:solidFill>
                <a:latin typeface="Aptos"/>
                <a:ea typeface="Aptos"/>
                <a:cs typeface="Aptos"/>
              </a:rPr>
              <a:t>Prepare alternative inquiry</a:t>
            </a:r>
          </a:p>
          <a:p xmlns:a="http://schemas.openxmlformats.org/drawingml/2006/main">
            <a:pPr>
              <a:defRPr sz="2325" b="1">
                <a:solidFill>
                  <a:srgbClr val="16765F"/>
                </a:solidFill>
                <a:latin typeface="Aptos"/>
                <a:ea typeface="Aptos"/>
                <a:cs typeface="Aptos"/>
              </a:defRPr>
            </a:pPr>
            <a:r>
              <a:rPr sz="2325" b="1">
                <a:solidFill>
                  <a:srgbClr val="16765F"/>
                </a:solidFill>
                <a:latin typeface="Aptos"/>
                <a:ea typeface="Aptos"/>
                <a:cs typeface="Aptos"/>
              </a:rPr>
              <a:t>No booking or purchase</a:t>
            </a:r>
          </a:p>
        </p:txBody>
      </p:sp>
      <p:sp>
        <p:nvSpPr>
          <p:cNvPr id="12" name="">
            <a:extLst xmlns:a="http://schemas.openxmlformats.org/drawingml/2006/main">
              <a:ext uri="{FF2B5EF4-FFF2-40B4-BE49-F238E27FC236}">
                <a16:creationId xmlns:a16="http://schemas.microsoft.com/office/drawing/2014/main" id="{80EF13D9-A67A-4EE2-9FFF-20EB21AA8D2D}"/>
              </a:ext>
            </a:extLst>
          </p:cNvPr>
          <p:cNvSpPr>
            <a:spLocks xmlns:a="http://schemas.openxmlformats.org/drawingml/2006/main" noGrp="1"/>
          </p:cNvSpPr>
          <p:nvPr/>
        </p:nvSpPr>
        <p:spPr>
          <a:xfrm xmlns:a="http://schemas.openxmlformats.org/drawingml/2006/main">
            <a:off x="609600" y="60007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57078"/>
                </a:solidFill>
                <a:latin typeface="Aptos"/>
                <a:ea typeface="Aptos"/>
                <a:cs typeface="Aptos"/>
              </a:defRPr>
            </a:defPPr>
            <a:lvl1pPr>
              <a:defRPr sz="1500" b="0">
                <a:solidFill>
                  <a:srgbClr val="557078"/>
                </a:solidFill>
                <a:latin typeface="Aptos"/>
                <a:ea typeface="Aptos"/>
                <a:cs typeface="Aptos"/>
              </a:defRPr>
            </a:lvl1pPr>
            <a:lvl2pPr>
              <a:defRPr sz="1500" b="0">
                <a:solidFill>
                  <a:srgbClr val="557078"/>
                </a:solidFill>
                <a:latin typeface="Aptos"/>
                <a:ea typeface="Aptos"/>
                <a:cs typeface="Aptos"/>
              </a:defRPr>
            </a:lvl2pPr>
            <a:lvl3pPr>
              <a:defRPr sz="1500" b="0">
                <a:solidFill>
                  <a:srgbClr val="557078"/>
                </a:solidFill>
                <a:latin typeface="Aptos"/>
                <a:ea typeface="Aptos"/>
                <a:cs typeface="Aptos"/>
              </a:defRPr>
            </a:lvl3pPr>
            <a:lvl4pPr>
              <a:defRPr sz="1500" b="0">
                <a:solidFill>
                  <a:srgbClr val="557078"/>
                </a:solidFill>
                <a:latin typeface="Aptos"/>
                <a:ea typeface="Aptos"/>
                <a:cs typeface="Aptos"/>
              </a:defRPr>
            </a:lvl4pPr>
            <a:lvl5pPr>
              <a:defRPr sz="1500" b="0">
                <a:solidFill>
                  <a:srgbClr val="557078"/>
                </a:solidFill>
                <a:latin typeface="Aptos"/>
                <a:ea typeface="Aptos"/>
                <a:cs typeface="Aptos"/>
              </a:defRPr>
            </a:lvl5pPr>
            <a:lvl6pPr>
              <a:defRPr sz="1500" b="0">
                <a:solidFill>
                  <a:srgbClr val="557078"/>
                </a:solidFill>
                <a:latin typeface="Aptos"/>
                <a:ea typeface="Aptos"/>
                <a:cs typeface="Aptos"/>
              </a:defRPr>
            </a:lvl6pPr>
            <a:lvl7pPr>
              <a:defRPr sz="1500" b="0">
                <a:solidFill>
                  <a:srgbClr val="557078"/>
                </a:solidFill>
                <a:latin typeface="Aptos"/>
                <a:ea typeface="Aptos"/>
                <a:cs typeface="Aptos"/>
              </a:defRPr>
            </a:lvl7pPr>
            <a:lvl8pPr>
              <a:defRPr sz="1500" b="0">
                <a:solidFill>
                  <a:srgbClr val="557078"/>
                </a:solidFill>
                <a:latin typeface="Aptos"/>
                <a:ea typeface="Aptos"/>
                <a:cs typeface="Aptos"/>
              </a:defRPr>
            </a:lvl8pPr>
            <a:lvl9pPr>
              <a:defRPr sz="1500" b="0">
                <a:solidFill>
                  <a:srgbClr val="557078"/>
                </a:solidFill>
                <a:latin typeface="Aptos"/>
                <a:ea typeface="Aptos"/>
                <a:cs typeface="Aptos"/>
              </a:defRPr>
            </a:lvl9pPr>
          </a:lstStyle>
          <a:p xmlns:a="http://schemas.openxmlformats.org/drawingml/2006/main">
            <a:pPr>
              <a:defRPr sz="1500" b="0">
                <a:solidFill>
                  <a:srgbClr val="557078"/>
                </a:solidFill>
                <a:latin typeface="Aptos"/>
                <a:ea typeface="Aptos"/>
                <a:cs typeface="Aptos"/>
              </a:defRPr>
            </a:pPr>
            <a:r>
              <a:rPr sz="1500" b="0">
                <a:solidFill>
                  <a:srgbClr val="557078"/>
                </a:solidFill>
                <a:latin typeface="Aptos"/>
                <a:ea typeface="Aptos"/>
                <a:cs typeface="Aptos"/>
              </a:rPr>
              <a:t>QA stays unknown. Rule-validated transitions do not prove a delivery outcome.</a:t>
            </a:r>
          </a:p>
        </p:txBody>
      </p:sp>
    </p:spTree>
    <p:extLst>
      <p:ext uri="{BB962C8B-B14F-4D97-AF65-F5344CB8AC3E}">
        <p14:creationId xmlns:p14="http://schemas.microsoft.com/office/powerpoint/2010/main" val="388532037"/>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FA37D1-8C93-4215-9BBA-1EDB688BCDA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The planner keeps the business decision</a:t>
            </a:r>
          </a:p>
        </p:txBody>
      </p:sp>
      <p:sp>
        <p:nvSpPr>
          <p:cNvPr id="2" name="">
            <a:extLst xmlns:a="http://schemas.openxmlformats.org/drawingml/2006/main">
              <a:ext uri="{FF2B5EF4-FFF2-40B4-BE49-F238E27FC236}">
                <a16:creationId xmlns:a16="http://schemas.microsoft.com/office/drawing/2014/main" id="{1B8A7846-E419-4418-A8DA-3426B4F742B2}"/>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0C06DE44-0531-4697-BB79-327144B292D8}"/>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05</a:t>
            </a:r>
          </a:p>
        </p:txBody>
      </p:sp>
      <p:pic>
        <p:nvPicPr>
          <p:cNvPr id="4" name="">
            <a:extLst xmlns:a="http://schemas.openxmlformats.org/drawingml/2006/main">
              <a:ext uri="{FF2B5EF4-FFF2-40B4-BE49-F238E27FC236}">
                <a16:creationId xmlns:a16="http://schemas.microsoft.com/office/drawing/2014/main" id="{8D7F1BBF-5C1C-430E-93CE-8E1F494561B1}"/>
              </a:ext>
            </a:extLst>
          </p:cNvPr>
          <p:cNvPicPr>
            <a:picLocks xmlns:a="http://schemas.openxmlformats.org/drawingml/2006/main" noChangeAspect="1"/>
          </p:cNvPicPr>
          <p:nvPr/>
        </p:nvPicPr>
        <p:blipFill>
          <a:blip xmlns:r="http://schemas.openxmlformats.org/officeDocument/2006/relationships" xmlns:a="http://schemas.openxmlformats.org/drawingml/2006/main" r:embed="Rab98ae9f7d944d35"/>
          <a:stretch xmlns:a="http://schemas.openxmlformats.org/drawingml/2006/main"/>
        </p:blipFill>
        <p:spPr>
          <a:xfrm xmlns:a="http://schemas.openxmlformats.org/drawingml/2006/main">
            <a:off x="476250" y="1483905"/>
            <a:ext cx="8096250" cy="455694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C8F7127-5C38-4F71-8CD3-C9C00CC13266}"/>
              </a:ext>
            </a:extLst>
          </p:cNvPr>
          <p:cNvSpPr>
            <a:spLocks xmlns:a="http://schemas.openxmlformats.org/drawingml/2006/main" noGrp="1"/>
          </p:cNvSpPr>
          <p:nvPr/>
        </p:nvSpPr>
        <p:spPr>
          <a:xfrm xmlns:a="http://schemas.openxmlformats.org/drawingml/2006/main">
            <a:off x="8905875" y="17621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65F"/>
                </a:solidFill>
                <a:latin typeface="Aptos"/>
                <a:ea typeface="Aptos"/>
                <a:cs typeface="Aptos"/>
              </a:defRPr>
            </a:defPPr>
            <a:lvl1pPr>
              <a:defRPr sz="2250" b="1">
                <a:solidFill>
                  <a:srgbClr val="16765F"/>
                </a:solidFill>
                <a:latin typeface="Aptos"/>
                <a:ea typeface="Aptos"/>
                <a:cs typeface="Aptos"/>
              </a:defRPr>
            </a:lvl1pPr>
            <a:lvl2pPr>
              <a:defRPr sz="2250" b="1">
                <a:solidFill>
                  <a:srgbClr val="16765F"/>
                </a:solidFill>
                <a:latin typeface="Aptos"/>
                <a:ea typeface="Aptos"/>
                <a:cs typeface="Aptos"/>
              </a:defRPr>
            </a:lvl2pPr>
            <a:lvl3pPr>
              <a:defRPr sz="2250" b="1">
                <a:solidFill>
                  <a:srgbClr val="16765F"/>
                </a:solidFill>
                <a:latin typeface="Aptos"/>
                <a:ea typeface="Aptos"/>
                <a:cs typeface="Aptos"/>
              </a:defRPr>
            </a:lvl3pPr>
            <a:lvl4pPr>
              <a:defRPr sz="2250" b="1">
                <a:solidFill>
                  <a:srgbClr val="16765F"/>
                </a:solidFill>
                <a:latin typeface="Aptos"/>
                <a:ea typeface="Aptos"/>
                <a:cs typeface="Aptos"/>
              </a:defRPr>
            </a:lvl4pPr>
            <a:lvl5pPr>
              <a:defRPr sz="2250" b="1">
                <a:solidFill>
                  <a:srgbClr val="16765F"/>
                </a:solidFill>
                <a:latin typeface="Aptos"/>
                <a:ea typeface="Aptos"/>
                <a:cs typeface="Aptos"/>
              </a:defRPr>
            </a:lvl5pPr>
            <a:lvl6pPr>
              <a:defRPr sz="2250" b="1">
                <a:solidFill>
                  <a:srgbClr val="16765F"/>
                </a:solidFill>
                <a:latin typeface="Aptos"/>
                <a:ea typeface="Aptos"/>
                <a:cs typeface="Aptos"/>
              </a:defRPr>
            </a:lvl6pPr>
            <a:lvl7pPr>
              <a:defRPr sz="2250" b="1">
                <a:solidFill>
                  <a:srgbClr val="16765F"/>
                </a:solidFill>
                <a:latin typeface="Aptos"/>
                <a:ea typeface="Aptos"/>
                <a:cs typeface="Aptos"/>
              </a:defRPr>
            </a:lvl7pPr>
            <a:lvl8pPr>
              <a:defRPr sz="2250" b="1">
                <a:solidFill>
                  <a:srgbClr val="16765F"/>
                </a:solidFill>
                <a:latin typeface="Aptos"/>
                <a:ea typeface="Aptos"/>
                <a:cs typeface="Aptos"/>
              </a:defRPr>
            </a:lvl8pPr>
            <a:lvl9pPr>
              <a:defRPr sz="2250" b="1">
                <a:solidFill>
                  <a:srgbClr val="16765F"/>
                </a:solidFill>
                <a:latin typeface="Aptos"/>
                <a:ea typeface="Aptos"/>
                <a:cs typeface="Aptos"/>
              </a:defRPr>
            </a:lvl9pPr>
          </a:lstStyle>
          <a:p xmlns:a="http://schemas.openxmlformats.org/drawingml/2006/main">
            <a:pPr>
              <a:defRPr sz="2250" b="1">
                <a:solidFill>
                  <a:srgbClr val="16765F"/>
                </a:solidFill>
                <a:latin typeface="Aptos"/>
                <a:ea typeface="Aptos"/>
                <a:cs typeface="Aptos"/>
              </a:defRPr>
            </a:pPr>
            <a:r>
              <a:rPr sz="2250" b="1">
                <a:solidFill>
                  <a:srgbClr val="16765F"/>
                </a:solidFill>
                <a:latin typeface="Aptos"/>
                <a:ea typeface="Aptos"/>
                <a:cs typeface="Aptos"/>
              </a:rPr>
              <a:t>Investigate</a:t>
            </a:r>
          </a:p>
        </p:txBody>
      </p:sp>
      <p:sp>
        <p:nvSpPr>
          <p:cNvPr id="6" name="">
            <a:extLst xmlns:a="http://schemas.openxmlformats.org/drawingml/2006/main">
              <a:ext uri="{FF2B5EF4-FFF2-40B4-BE49-F238E27FC236}">
                <a16:creationId xmlns:a16="http://schemas.microsoft.com/office/drawing/2014/main" id="{22D31E69-4941-49FD-8CD9-38A64E0CF80E}"/>
              </a:ext>
            </a:extLst>
          </p:cNvPr>
          <p:cNvSpPr>
            <a:spLocks xmlns:a="http://schemas.openxmlformats.org/drawingml/2006/main" noGrp="1"/>
          </p:cNvSpPr>
          <p:nvPr/>
        </p:nvSpPr>
        <p:spPr>
          <a:xfrm xmlns:a="http://schemas.openxmlformats.org/drawingml/2006/main">
            <a:off x="8905875" y="2333625"/>
            <a:ext cx="266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E42"/>
                </a:solidFill>
                <a:latin typeface="Aptos"/>
                <a:ea typeface="Aptos"/>
                <a:cs typeface="Aptos"/>
              </a:defRPr>
            </a:defPPr>
            <a:lvl1pPr>
              <a:defRPr sz="1950" b="0">
                <a:solidFill>
                  <a:srgbClr val="173E42"/>
                </a:solidFill>
                <a:latin typeface="Aptos"/>
                <a:ea typeface="Aptos"/>
                <a:cs typeface="Aptos"/>
              </a:defRPr>
            </a:lvl1pPr>
            <a:lvl2pPr>
              <a:defRPr sz="1950" b="0">
                <a:solidFill>
                  <a:srgbClr val="173E42"/>
                </a:solidFill>
                <a:latin typeface="Aptos"/>
                <a:ea typeface="Aptos"/>
                <a:cs typeface="Aptos"/>
              </a:defRPr>
            </a:lvl2pPr>
            <a:lvl3pPr>
              <a:defRPr sz="1950" b="0">
                <a:solidFill>
                  <a:srgbClr val="173E42"/>
                </a:solidFill>
                <a:latin typeface="Aptos"/>
                <a:ea typeface="Aptos"/>
                <a:cs typeface="Aptos"/>
              </a:defRPr>
            </a:lvl3pPr>
            <a:lvl4pPr>
              <a:defRPr sz="1950" b="0">
                <a:solidFill>
                  <a:srgbClr val="173E42"/>
                </a:solidFill>
                <a:latin typeface="Aptos"/>
                <a:ea typeface="Aptos"/>
                <a:cs typeface="Aptos"/>
              </a:defRPr>
            </a:lvl4pPr>
            <a:lvl5pPr>
              <a:defRPr sz="1950" b="0">
                <a:solidFill>
                  <a:srgbClr val="173E42"/>
                </a:solidFill>
                <a:latin typeface="Aptos"/>
                <a:ea typeface="Aptos"/>
                <a:cs typeface="Aptos"/>
              </a:defRPr>
            </a:lvl5pPr>
            <a:lvl6pPr>
              <a:defRPr sz="1950" b="0">
                <a:solidFill>
                  <a:srgbClr val="173E42"/>
                </a:solidFill>
                <a:latin typeface="Aptos"/>
                <a:ea typeface="Aptos"/>
                <a:cs typeface="Aptos"/>
              </a:defRPr>
            </a:lvl6pPr>
            <a:lvl7pPr>
              <a:defRPr sz="1950" b="0">
                <a:solidFill>
                  <a:srgbClr val="173E42"/>
                </a:solidFill>
                <a:latin typeface="Aptos"/>
                <a:ea typeface="Aptos"/>
                <a:cs typeface="Aptos"/>
              </a:defRPr>
            </a:lvl7pPr>
            <a:lvl8pPr>
              <a:defRPr sz="1950" b="0">
                <a:solidFill>
                  <a:srgbClr val="173E42"/>
                </a:solidFill>
                <a:latin typeface="Aptos"/>
                <a:ea typeface="Aptos"/>
                <a:cs typeface="Aptos"/>
              </a:defRPr>
            </a:lvl8pPr>
            <a:lvl9pPr>
              <a:defRPr sz="1950" b="0">
                <a:solidFill>
                  <a:srgbClr val="173E42"/>
                </a:solidFill>
                <a:latin typeface="Aptos"/>
                <a:ea typeface="Aptos"/>
                <a:cs typeface="Aptos"/>
              </a:defRPr>
            </a:lvl9pPr>
          </a:lstStyle>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Request another route</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and quote.</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No commitment yet.</a:t>
            </a:r>
          </a:p>
        </p:txBody>
      </p:sp>
      <p:sp>
        <p:nvSpPr>
          <p:cNvPr id="7" name="">
            <a:extLst xmlns:a="http://schemas.openxmlformats.org/drawingml/2006/main">
              <a:ext uri="{FF2B5EF4-FFF2-40B4-BE49-F238E27FC236}">
                <a16:creationId xmlns:a16="http://schemas.microsoft.com/office/drawing/2014/main" id="{FA7B74B9-C993-45A1-B75F-1670D218792B}"/>
              </a:ext>
            </a:extLst>
          </p:cNvPr>
          <p:cNvSpPr>
            <a:spLocks xmlns:a="http://schemas.openxmlformats.org/drawingml/2006/main" noGrp="1"/>
          </p:cNvSpPr>
          <p:nvPr/>
        </p:nvSpPr>
        <p:spPr>
          <a:xfrm xmlns:a="http://schemas.openxmlformats.org/drawingml/2006/main">
            <a:off x="8905875" y="41910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E42"/>
                </a:solidFill>
                <a:latin typeface="Aptos"/>
                <a:ea typeface="Aptos"/>
                <a:cs typeface="Aptos"/>
              </a:defRPr>
            </a:defPPr>
            <a:lvl1pPr>
              <a:defRPr sz="2175" b="1">
                <a:solidFill>
                  <a:srgbClr val="173E42"/>
                </a:solidFill>
                <a:latin typeface="Aptos"/>
                <a:ea typeface="Aptos"/>
                <a:cs typeface="Aptos"/>
              </a:defRPr>
            </a:lvl1pPr>
            <a:lvl2pPr>
              <a:defRPr sz="2175" b="1">
                <a:solidFill>
                  <a:srgbClr val="173E42"/>
                </a:solidFill>
                <a:latin typeface="Aptos"/>
                <a:ea typeface="Aptos"/>
                <a:cs typeface="Aptos"/>
              </a:defRPr>
            </a:lvl2pPr>
            <a:lvl3pPr>
              <a:defRPr sz="2175" b="1">
                <a:solidFill>
                  <a:srgbClr val="173E42"/>
                </a:solidFill>
                <a:latin typeface="Aptos"/>
                <a:ea typeface="Aptos"/>
                <a:cs typeface="Aptos"/>
              </a:defRPr>
            </a:lvl3pPr>
            <a:lvl4pPr>
              <a:defRPr sz="2175" b="1">
                <a:solidFill>
                  <a:srgbClr val="173E42"/>
                </a:solidFill>
                <a:latin typeface="Aptos"/>
                <a:ea typeface="Aptos"/>
                <a:cs typeface="Aptos"/>
              </a:defRPr>
            </a:lvl4pPr>
            <a:lvl5pPr>
              <a:defRPr sz="2175" b="1">
                <a:solidFill>
                  <a:srgbClr val="173E42"/>
                </a:solidFill>
                <a:latin typeface="Aptos"/>
                <a:ea typeface="Aptos"/>
                <a:cs typeface="Aptos"/>
              </a:defRPr>
            </a:lvl5pPr>
            <a:lvl6pPr>
              <a:defRPr sz="2175" b="1">
                <a:solidFill>
                  <a:srgbClr val="173E42"/>
                </a:solidFill>
                <a:latin typeface="Aptos"/>
                <a:ea typeface="Aptos"/>
                <a:cs typeface="Aptos"/>
              </a:defRPr>
            </a:lvl6pPr>
            <a:lvl7pPr>
              <a:defRPr sz="2175" b="1">
                <a:solidFill>
                  <a:srgbClr val="173E42"/>
                </a:solidFill>
                <a:latin typeface="Aptos"/>
                <a:ea typeface="Aptos"/>
                <a:cs typeface="Aptos"/>
              </a:defRPr>
            </a:lvl7pPr>
            <a:lvl8pPr>
              <a:defRPr sz="2175" b="1">
                <a:solidFill>
                  <a:srgbClr val="173E42"/>
                </a:solidFill>
                <a:latin typeface="Aptos"/>
                <a:ea typeface="Aptos"/>
                <a:cs typeface="Aptos"/>
              </a:defRPr>
            </a:lvl8pPr>
            <a:lvl9pPr>
              <a:defRPr sz="2175" b="1">
                <a:solidFill>
                  <a:srgbClr val="173E42"/>
                </a:solidFill>
                <a:latin typeface="Aptos"/>
                <a:ea typeface="Aptos"/>
                <a:cs typeface="Aptos"/>
              </a:defRPr>
            </a:lvl9pPr>
          </a:lstStyle>
          <a:p xmlns:a="http://schemas.openxmlformats.org/drawingml/2006/main">
            <a:pPr>
              <a:defRPr sz="2175" b="1">
                <a:solidFill>
                  <a:srgbClr val="173E42"/>
                </a:solidFill>
                <a:latin typeface="Aptos"/>
                <a:ea typeface="Aptos"/>
                <a:cs typeface="Aptos"/>
              </a:defRPr>
            </a:pPr>
            <a:r>
              <a:rPr sz="2175" b="1">
                <a:solidFill>
                  <a:srgbClr val="173E42"/>
                </a:solidFill>
                <a:latin typeface="Aptos"/>
                <a:ea typeface="Aptos"/>
                <a:cs typeface="Aptos"/>
              </a:rPr>
              <a:t>Stop additional supply</a:t>
            </a:r>
          </a:p>
        </p:txBody>
      </p:sp>
      <p:sp>
        <p:nvSpPr>
          <p:cNvPr id="8" name="">
            <a:extLst xmlns:a="http://schemas.openxmlformats.org/drawingml/2006/main">
              <a:ext uri="{FF2B5EF4-FFF2-40B4-BE49-F238E27FC236}">
                <a16:creationId xmlns:a16="http://schemas.microsoft.com/office/drawing/2014/main" id="{19A0CD02-A38E-4077-8EE7-E48679365727}"/>
              </a:ext>
            </a:extLst>
          </p:cNvPr>
          <p:cNvSpPr>
            <a:spLocks xmlns:a="http://schemas.openxmlformats.org/drawingml/2006/main" noGrp="1"/>
          </p:cNvSpPr>
          <p:nvPr/>
        </p:nvSpPr>
        <p:spPr>
          <a:xfrm xmlns:a="http://schemas.openxmlformats.org/drawingml/2006/main">
            <a:off x="8905875" y="5095875"/>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E42"/>
                </a:solidFill>
                <a:latin typeface="Aptos"/>
                <a:ea typeface="Aptos"/>
                <a:cs typeface="Aptos"/>
              </a:defRPr>
            </a:defPPr>
            <a:lvl1pPr>
              <a:defRPr sz="1950" b="0">
                <a:solidFill>
                  <a:srgbClr val="173E42"/>
                </a:solidFill>
                <a:latin typeface="Aptos"/>
                <a:ea typeface="Aptos"/>
                <a:cs typeface="Aptos"/>
              </a:defRPr>
            </a:lvl1pPr>
            <a:lvl2pPr>
              <a:defRPr sz="1950" b="0">
                <a:solidFill>
                  <a:srgbClr val="173E42"/>
                </a:solidFill>
                <a:latin typeface="Aptos"/>
                <a:ea typeface="Aptos"/>
                <a:cs typeface="Aptos"/>
              </a:defRPr>
            </a:lvl2pPr>
            <a:lvl3pPr>
              <a:defRPr sz="1950" b="0">
                <a:solidFill>
                  <a:srgbClr val="173E42"/>
                </a:solidFill>
                <a:latin typeface="Aptos"/>
                <a:ea typeface="Aptos"/>
                <a:cs typeface="Aptos"/>
              </a:defRPr>
            </a:lvl3pPr>
            <a:lvl4pPr>
              <a:defRPr sz="1950" b="0">
                <a:solidFill>
                  <a:srgbClr val="173E42"/>
                </a:solidFill>
                <a:latin typeface="Aptos"/>
                <a:ea typeface="Aptos"/>
                <a:cs typeface="Aptos"/>
              </a:defRPr>
            </a:lvl4pPr>
            <a:lvl5pPr>
              <a:defRPr sz="1950" b="0">
                <a:solidFill>
                  <a:srgbClr val="173E42"/>
                </a:solidFill>
                <a:latin typeface="Aptos"/>
                <a:ea typeface="Aptos"/>
                <a:cs typeface="Aptos"/>
              </a:defRPr>
            </a:lvl5pPr>
            <a:lvl6pPr>
              <a:defRPr sz="1950" b="0">
                <a:solidFill>
                  <a:srgbClr val="173E42"/>
                </a:solidFill>
                <a:latin typeface="Aptos"/>
                <a:ea typeface="Aptos"/>
                <a:cs typeface="Aptos"/>
              </a:defRPr>
            </a:lvl6pPr>
            <a:lvl7pPr>
              <a:defRPr sz="1950" b="0">
                <a:solidFill>
                  <a:srgbClr val="173E42"/>
                </a:solidFill>
                <a:latin typeface="Aptos"/>
                <a:ea typeface="Aptos"/>
                <a:cs typeface="Aptos"/>
              </a:defRPr>
            </a:lvl7pPr>
            <a:lvl8pPr>
              <a:defRPr sz="1950" b="0">
                <a:solidFill>
                  <a:srgbClr val="173E42"/>
                </a:solidFill>
                <a:latin typeface="Aptos"/>
                <a:ea typeface="Aptos"/>
                <a:cs typeface="Aptos"/>
              </a:defRPr>
            </a:lvl8pPr>
            <a:lvl9pPr>
              <a:defRPr sz="1950" b="0">
                <a:solidFill>
                  <a:srgbClr val="173E42"/>
                </a:solidFill>
                <a:latin typeface="Aptos"/>
                <a:ea typeface="Aptos"/>
                <a:cs typeface="Aptos"/>
              </a:defRPr>
            </a:lvl9pPr>
          </a:lstStyle>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Retain the original plan</a:t>
            </a:r>
          </a:p>
          <a:p xmlns:a="http://schemas.openxmlformats.org/drawingml/2006/main">
            <a:pPr>
              <a:defRPr sz="1950" b="0">
                <a:solidFill>
                  <a:srgbClr val="173E42"/>
                </a:solidFill>
                <a:latin typeface="Aptos"/>
                <a:ea typeface="Aptos"/>
                <a:cs typeface="Aptos"/>
              </a:defRPr>
            </a:pPr>
            <a:r>
              <a:rPr sz="1950" b="0">
                <a:solidFill>
                  <a:srgbClr val="173E42"/>
                </a:solidFill>
                <a:latin typeface="Aptos"/>
                <a:ea typeface="Aptos"/>
                <a:cs typeface="Aptos"/>
              </a:rPr>
              <a:t>and the audit record.</a:t>
            </a:r>
          </a:p>
        </p:txBody>
      </p:sp>
      <p:sp>
        <p:nvSpPr>
          <p:cNvPr id="9" name="">
            <a:extLst xmlns:a="http://schemas.openxmlformats.org/drawingml/2006/main">
              <a:ext uri="{FF2B5EF4-FFF2-40B4-BE49-F238E27FC236}">
                <a16:creationId xmlns:a16="http://schemas.microsoft.com/office/drawing/2014/main" id="{BF25B9B0-C70D-4EC5-9DE3-AF278CA3CE49}"/>
              </a:ext>
            </a:extLst>
          </p:cNvPr>
          <p:cNvSpPr>
            <a:spLocks xmlns:a="http://schemas.openxmlformats.org/drawingml/2006/main" noGrp="1"/>
          </p:cNvSpPr>
          <p:nvPr/>
        </p:nvSpPr>
        <p:spPr>
          <a:xfrm xmlns:a="http://schemas.openxmlformats.org/drawingml/2006/main">
            <a:off x="609600" y="6048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7078"/>
                </a:solidFill>
                <a:latin typeface="Aptos"/>
                <a:ea typeface="Aptos"/>
                <a:cs typeface="Aptos"/>
              </a:defRPr>
            </a:defPPr>
            <a:lvl1pPr>
              <a:defRPr sz="1275" b="0">
                <a:solidFill>
                  <a:srgbClr val="557078"/>
                </a:solidFill>
                <a:latin typeface="Aptos"/>
                <a:ea typeface="Aptos"/>
                <a:cs typeface="Aptos"/>
              </a:defRPr>
            </a:lvl1pPr>
            <a:lvl2pPr>
              <a:defRPr sz="1275" b="0">
                <a:solidFill>
                  <a:srgbClr val="557078"/>
                </a:solidFill>
                <a:latin typeface="Aptos"/>
                <a:ea typeface="Aptos"/>
                <a:cs typeface="Aptos"/>
              </a:defRPr>
            </a:lvl2pPr>
            <a:lvl3pPr>
              <a:defRPr sz="1275" b="0">
                <a:solidFill>
                  <a:srgbClr val="557078"/>
                </a:solidFill>
                <a:latin typeface="Aptos"/>
                <a:ea typeface="Aptos"/>
                <a:cs typeface="Aptos"/>
              </a:defRPr>
            </a:lvl3pPr>
            <a:lvl4pPr>
              <a:defRPr sz="1275" b="0">
                <a:solidFill>
                  <a:srgbClr val="557078"/>
                </a:solidFill>
                <a:latin typeface="Aptos"/>
                <a:ea typeface="Aptos"/>
                <a:cs typeface="Aptos"/>
              </a:defRPr>
            </a:lvl4pPr>
            <a:lvl5pPr>
              <a:defRPr sz="1275" b="0">
                <a:solidFill>
                  <a:srgbClr val="557078"/>
                </a:solidFill>
                <a:latin typeface="Aptos"/>
                <a:ea typeface="Aptos"/>
                <a:cs typeface="Aptos"/>
              </a:defRPr>
            </a:lvl5pPr>
            <a:lvl6pPr>
              <a:defRPr sz="1275" b="0">
                <a:solidFill>
                  <a:srgbClr val="557078"/>
                </a:solidFill>
                <a:latin typeface="Aptos"/>
                <a:ea typeface="Aptos"/>
                <a:cs typeface="Aptos"/>
              </a:defRPr>
            </a:lvl6pPr>
            <a:lvl7pPr>
              <a:defRPr sz="1275" b="0">
                <a:solidFill>
                  <a:srgbClr val="557078"/>
                </a:solidFill>
                <a:latin typeface="Aptos"/>
                <a:ea typeface="Aptos"/>
                <a:cs typeface="Aptos"/>
              </a:defRPr>
            </a:lvl7pPr>
            <a:lvl8pPr>
              <a:defRPr sz="1275" b="0">
                <a:solidFill>
                  <a:srgbClr val="557078"/>
                </a:solidFill>
                <a:latin typeface="Aptos"/>
                <a:ea typeface="Aptos"/>
                <a:cs typeface="Aptos"/>
              </a:defRPr>
            </a:lvl8pPr>
            <a:lvl9pPr>
              <a:defRPr sz="1275" b="0">
                <a:solidFill>
                  <a:srgbClr val="557078"/>
                </a:solidFill>
                <a:latin typeface="Aptos"/>
                <a:ea typeface="Aptos"/>
                <a:cs typeface="Aptos"/>
              </a:defRPr>
            </a:lvl9pPr>
          </a:lstStyle>
          <a:p xmlns:a="http://schemas.openxmlformats.org/drawingml/2006/main">
            <a:pPr>
              <a:defRPr sz="1275" b="0">
                <a:solidFill>
                  <a:srgbClr val="557078"/>
                </a:solidFill>
                <a:latin typeface="Aptos"/>
                <a:ea typeface="Aptos"/>
                <a:cs typeface="Aptos"/>
              </a:defRPr>
            </a:pPr>
            <a:r>
              <a:rPr sz="1275" b="0">
                <a:solidFill>
                  <a:srgbClr val="557078"/>
                </a:solidFill>
                <a:latin typeface="Aptos"/>
                <a:ea typeface="Aptos"/>
                <a:cs typeface="Aptos"/>
              </a:rPr>
              <a:t>Planner decision screen / historical replay / synthetic case</a:t>
            </a:r>
          </a:p>
        </p:txBody>
      </p:sp>
    </p:spTree>
    <p:extLst>
      <p:ext uri="{BB962C8B-B14F-4D97-AF65-F5344CB8AC3E}">
        <p14:creationId xmlns:p14="http://schemas.microsoft.com/office/powerpoint/2010/main" val="565599549"/>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AE8803-0A66-4CA5-9377-82B1986F91C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SAP connection and ecosystem value</a:t>
            </a:r>
          </a:p>
        </p:txBody>
      </p:sp>
      <p:sp>
        <p:nvSpPr>
          <p:cNvPr id="2" name="">
            <a:extLst xmlns:a="http://schemas.openxmlformats.org/drawingml/2006/main">
              <a:ext uri="{FF2B5EF4-FFF2-40B4-BE49-F238E27FC236}">
                <a16:creationId xmlns:a16="http://schemas.microsoft.com/office/drawing/2014/main" id="{8BA995CA-9A27-4CAC-AA00-5182231D4BE8}"/>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CD5BDBEA-CC20-48CF-84EA-0145C56F1731}"/>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25C7B8D7-0070-401C-A79B-93ED5F18C82D}"/>
              </a:ext>
            </a:extLst>
          </p:cNvPr>
          <p:cNvSpPr>
            <a:spLocks xmlns:a="http://schemas.openxmlformats.org/drawingml/2006/main" noGrp="1"/>
          </p:cNvSpPr>
          <p:nvPr/>
        </p:nvSpPr>
        <p:spPr>
          <a:xfrm xmlns:a="http://schemas.openxmlformats.org/drawingml/2006/main">
            <a:off x="609600" y="15716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65F"/>
                </a:solidFill>
                <a:latin typeface="Aptos"/>
                <a:ea typeface="Aptos"/>
                <a:cs typeface="Aptos"/>
              </a:defRPr>
            </a:defPPr>
            <a:lvl1pPr>
              <a:defRPr sz="2325" b="1">
                <a:solidFill>
                  <a:srgbClr val="16765F"/>
                </a:solidFill>
                <a:latin typeface="Aptos"/>
                <a:ea typeface="Aptos"/>
                <a:cs typeface="Aptos"/>
              </a:defRPr>
            </a:lvl1pPr>
            <a:lvl2pPr>
              <a:defRPr sz="2325" b="1">
                <a:solidFill>
                  <a:srgbClr val="16765F"/>
                </a:solidFill>
                <a:latin typeface="Aptos"/>
                <a:ea typeface="Aptos"/>
                <a:cs typeface="Aptos"/>
              </a:defRPr>
            </a:lvl2pPr>
            <a:lvl3pPr>
              <a:defRPr sz="2325" b="1">
                <a:solidFill>
                  <a:srgbClr val="16765F"/>
                </a:solidFill>
                <a:latin typeface="Aptos"/>
                <a:ea typeface="Aptos"/>
                <a:cs typeface="Aptos"/>
              </a:defRPr>
            </a:lvl3pPr>
            <a:lvl4pPr>
              <a:defRPr sz="2325" b="1">
                <a:solidFill>
                  <a:srgbClr val="16765F"/>
                </a:solidFill>
                <a:latin typeface="Aptos"/>
                <a:ea typeface="Aptos"/>
                <a:cs typeface="Aptos"/>
              </a:defRPr>
            </a:lvl4pPr>
            <a:lvl5pPr>
              <a:defRPr sz="2325" b="1">
                <a:solidFill>
                  <a:srgbClr val="16765F"/>
                </a:solidFill>
                <a:latin typeface="Aptos"/>
                <a:ea typeface="Aptos"/>
                <a:cs typeface="Aptos"/>
              </a:defRPr>
            </a:lvl5pPr>
            <a:lvl6pPr>
              <a:defRPr sz="2325" b="1">
                <a:solidFill>
                  <a:srgbClr val="16765F"/>
                </a:solidFill>
                <a:latin typeface="Aptos"/>
                <a:ea typeface="Aptos"/>
                <a:cs typeface="Aptos"/>
              </a:defRPr>
            </a:lvl6pPr>
            <a:lvl7pPr>
              <a:defRPr sz="2325" b="1">
                <a:solidFill>
                  <a:srgbClr val="16765F"/>
                </a:solidFill>
                <a:latin typeface="Aptos"/>
                <a:ea typeface="Aptos"/>
                <a:cs typeface="Aptos"/>
              </a:defRPr>
            </a:lvl7pPr>
            <a:lvl8pPr>
              <a:defRPr sz="2325" b="1">
                <a:solidFill>
                  <a:srgbClr val="16765F"/>
                </a:solidFill>
                <a:latin typeface="Aptos"/>
                <a:ea typeface="Aptos"/>
                <a:cs typeface="Aptos"/>
              </a:defRPr>
            </a:lvl8pPr>
            <a:lvl9pPr>
              <a:defRPr sz="2325" b="1">
                <a:solidFill>
                  <a:srgbClr val="16765F"/>
                </a:solidFill>
                <a:latin typeface="Aptos"/>
                <a:ea typeface="Aptos"/>
                <a:cs typeface="Aptos"/>
              </a:defRPr>
            </a:lvl9pPr>
          </a:lstStyle>
          <a:p xmlns:a="http://schemas.openxmlformats.org/drawingml/2006/main">
            <a:pPr>
              <a:defRPr sz="2325" b="1">
                <a:solidFill>
                  <a:srgbClr val="16765F"/>
                </a:solidFill>
                <a:latin typeface="Aptos"/>
                <a:ea typeface="Aptos"/>
                <a:cs typeface="Aptos"/>
              </a:defRPr>
            </a:pPr>
            <a:r>
              <a:rPr sz="2325" b="1">
                <a:solidFill>
                  <a:srgbClr val="16765F"/>
                </a:solidFill>
                <a:latin typeface="Aptos"/>
                <a:ea typeface="Aptos"/>
                <a:cs typeface="Aptos"/>
              </a:rPr>
              <a:t>Retailer procurement context</a:t>
            </a:r>
          </a:p>
        </p:txBody>
      </p:sp>
      <p:sp>
        <p:nvSpPr>
          <p:cNvPr id="5" name="">
            <a:extLst xmlns:a="http://schemas.openxmlformats.org/drawingml/2006/main">
              <a:ext uri="{FF2B5EF4-FFF2-40B4-BE49-F238E27FC236}">
                <a16:creationId xmlns:a16="http://schemas.microsoft.com/office/drawing/2014/main" id="{06140F2E-B46B-432B-B209-80D72940C092}"/>
              </a:ext>
            </a:extLst>
          </p:cNvPr>
          <p:cNvSpPr>
            <a:spLocks xmlns:a="http://schemas.openxmlformats.org/drawingml/2006/main" noGrp="1"/>
          </p:cNvSpPr>
          <p:nvPr/>
        </p:nvSpPr>
        <p:spPr>
          <a:xfrm xmlns:a="http://schemas.openxmlformats.org/drawingml/2006/main">
            <a:off x="609600" y="2333625"/>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E42"/>
                </a:solidFill>
                <a:latin typeface="Aptos"/>
                <a:ea typeface="Aptos"/>
                <a:cs typeface="Aptos"/>
              </a:defRPr>
            </a:defPPr>
            <a:lvl1pPr>
              <a:defRPr sz="2100" b="0">
                <a:solidFill>
                  <a:srgbClr val="173E42"/>
                </a:solidFill>
                <a:latin typeface="Aptos"/>
                <a:ea typeface="Aptos"/>
                <a:cs typeface="Aptos"/>
              </a:defRPr>
            </a:lvl1pPr>
            <a:lvl2pPr>
              <a:defRPr sz="2100" b="0">
                <a:solidFill>
                  <a:srgbClr val="173E42"/>
                </a:solidFill>
                <a:latin typeface="Aptos"/>
                <a:ea typeface="Aptos"/>
                <a:cs typeface="Aptos"/>
              </a:defRPr>
            </a:lvl2pPr>
            <a:lvl3pPr>
              <a:defRPr sz="2100" b="0">
                <a:solidFill>
                  <a:srgbClr val="173E42"/>
                </a:solidFill>
                <a:latin typeface="Aptos"/>
                <a:ea typeface="Aptos"/>
                <a:cs typeface="Aptos"/>
              </a:defRPr>
            </a:lvl3pPr>
            <a:lvl4pPr>
              <a:defRPr sz="2100" b="0">
                <a:solidFill>
                  <a:srgbClr val="173E42"/>
                </a:solidFill>
                <a:latin typeface="Aptos"/>
                <a:ea typeface="Aptos"/>
                <a:cs typeface="Aptos"/>
              </a:defRPr>
            </a:lvl4pPr>
            <a:lvl5pPr>
              <a:defRPr sz="2100" b="0">
                <a:solidFill>
                  <a:srgbClr val="173E42"/>
                </a:solidFill>
                <a:latin typeface="Aptos"/>
                <a:ea typeface="Aptos"/>
                <a:cs typeface="Aptos"/>
              </a:defRPr>
            </a:lvl5pPr>
            <a:lvl6pPr>
              <a:defRPr sz="2100" b="0">
                <a:solidFill>
                  <a:srgbClr val="173E42"/>
                </a:solidFill>
                <a:latin typeface="Aptos"/>
                <a:ea typeface="Aptos"/>
                <a:cs typeface="Aptos"/>
              </a:defRPr>
            </a:lvl6pPr>
            <a:lvl7pPr>
              <a:defRPr sz="2100" b="0">
                <a:solidFill>
                  <a:srgbClr val="173E42"/>
                </a:solidFill>
                <a:latin typeface="Aptos"/>
                <a:ea typeface="Aptos"/>
                <a:cs typeface="Aptos"/>
              </a:defRPr>
            </a:lvl7pPr>
            <a:lvl8pPr>
              <a:defRPr sz="2100" b="0">
                <a:solidFill>
                  <a:srgbClr val="173E42"/>
                </a:solidFill>
                <a:latin typeface="Aptos"/>
                <a:ea typeface="Aptos"/>
                <a:cs typeface="Aptos"/>
              </a:defRPr>
            </a:lvl8pPr>
            <a:lvl9pPr>
              <a:defRPr sz="2100" b="0">
                <a:solidFill>
                  <a:srgbClr val="173E42"/>
                </a:solidFill>
                <a:latin typeface="Aptos"/>
                <a:ea typeface="Aptos"/>
                <a:cs typeface="Aptos"/>
              </a:defRPr>
            </a:lvl9pPr>
          </a:lstStyle>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Original plan and purchase item</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Stock and inbound information</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Retailer approval policy</a:t>
            </a:r>
          </a:p>
        </p:txBody>
      </p:sp>
      <p:sp>
        <p:nvSpPr>
          <p:cNvPr id="6" name="">
            <a:extLst xmlns:a="http://schemas.openxmlformats.org/drawingml/2006/main">
              <a:ext uri="{FF2B5EF4-FFF2-40B4-BE49-F238E27FC236}">
                <a16:creationId xmlns:a16="http://schemas.microsoft.com/office/drawing/2014/main" id="{37F4E9C4-3EBE-45E6-8A73-6EFDF32DBCAA}"/>
              </a:ext>
            </a:extLst>
          </p:cNvPr>
          <p:cNvSpPr>
            <a:spLocks xmlns:a="http://schemas.openxmlformats.org/drawingml/2006/main" noGrp="1"/>
          </p:cNvSpPr>
          <p:nvPr/>
        </p:nvSpPr>
        <p:spPr>
          <a:xfrm xmlns:a="http://schemas.openxmlformats.org/drawingml/2006/main">
            <a:off x="6477000" y="15716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65F"/>
                </a:solidFill>
                <a:latin typeface="Aptos"/>
                <a:ea typeface="Aptos"/>
                <a:cs typeface="Aptos"/>
              </a:defRPr>
            </a:defPPr>
            <a:lvl1pPr>
              <a:defRPr sz="2325" b="1">
                <a:solidFill>
                  <a:srgbClr val="16765F"/>
                </a:solidFill>
                <a:latin typeface="Aptos"/>
                <a:ea typeface="Aptos"/>
                <a:cs typeface="Aptos"/>
              </a:defRPr>
            </a:lvl1pPr>
            <a:lvl2pPr>
              <a:defRPr sz="2325" b="1">
                <a:solidFill>
                  <a:srgbClr val="16765F"/>
                </a:solidFill>
                <a:latin typeface="Aptos"/>
                <a:ea typeface="Aptos"/>
                <a:cs typeface="Aptos"/>
              </a:defRPr>
            </a:lvl2pPr>
            <a:lvl3pPr>
              <a:defRPr sz="2325" b="1">
                <a:solidFill>
                  <a:srgbClr val="16765F"/>
                </a:solidFill>
                <a:latin typeface="Aptos"/>
                <a:ea typeface="Aptos"/>
                <a:cs typeface="Aptos"/>
              </a:defRPr>
            </a:lvl3pPr>
            <a:lvl4pPr>
              <a:defRPr sz="2325" b="1">
                <a:solidFill>
                  <a:srgbClr val="16765F"/>
                </a:solidFill>
                <a:latin typeface="Aptos"/>
                <a:ea typeface="Aptos"/>
                <a:cs typeface="Aptos"/>
              </a:defRPr>
            </a:lvl4pPr>
            <a:lvl5pPr>
              <a:defRPr sz="2325" b="1">
                <a:solidFill>
                  <a:srgbClr val="16765F"/>
                </a:solidFill>
                <a:latin typeface="Aptos"/>
                <a:ea typeface="Aptos"/>
                <a:cs typeface="Aptos"/>
              </a:defRPr>
            </a:lvl5pPr>
            <a:lvl6pPr>
              <a:defRPr sz="2325" b="1">
                <a:solidFill>
                  <a:srgbClr val="16765F"/>
                </a:solidFill>
                <a:latin typeface="Aptos"/>
                <a:ea typeface="Aptos"/>
                <a:cs typeface="Aptos"/>
              </a:defRPr>
            </a:lvl6pPr>
            <a:lvl7pPr>
              <a:defRPr sz="2325" b="1">
                <a:solidFill>
                  <a:srgbClr val="16765F"/>
                </a:solidFill>
                <a:latin typeface="Aptos"/>
                <a:ea typeface="Aptos"/>
                <a:cs typeface="Aptos"/>
              </a:defRPr>
            </a:lvl7pPr>
            <a:lvl8pPr>
              <a:defRPr sz="2325" b="1">
                <a:solidFill>
                  <a:srgbClr val="16765F"/>
                </a:solidFill>
                <a:latin typeface="Aptos"/>
                <a:ea typeface="Aptos"/>
                <a:cs typeface="Aptos"/>
              </a:defRPr>
            </a:lvl8pPr>
            <a:lvl9pPr>
              <a:defRPr sz="2325" b="1">
                <a:solidFill>
                  <a:srgbClr val="16765F"/>
                </a:solidFill>
                <a:latin typeface="Aptos"/>
                <a:ea typeface="Aptos"/>
                <a:cs typeface="Aptos"/>
              </a:defRPr>
            </a:lvl9pPr>
          </a:lstStyle>
          <a:p xmlns:a="http://schemas.openxmlformats.org/drawingml/2006/main">
            <a:pPr>
              <a:defRPr sz="2325" b="1">
                <a:solidFill>
                  <a:srgbClr val="16765F"/>
                </a:solidFill>
                <a:latin typeface="Aptos"/>
                <a:ea typeface="Aptos"/>
                <a:cs typeface="Aptos"/>
              </a:defRPr>
            </a:pPr>
            <a:r>
              <a:rPr sz="2325" b="1">
                <a:solidFill>
                  <a:srgbClr val="16765F"/>
                </a:solidFill>
                <a:latin typeface="Aptos"/>
                <a:ea typeface="Aptos"/>
                <a:cs typeface="Aptos"/>
              </a:rPr>
              <a:t>Supplier participation</a:t>
            </a:r>
          </a:p>
        </p:txBody>
      </p:sp>
      <p:sp>
        <p:nvSpPr>
          <p:cNvPr id="7" name="">
            <a:extLst xmlns:a="http://schemas.openxmlformats.org/drawingml/2006/main">
              <a:ext uri="{FF2B5EF4-FFF2-40B4-BE49-F238E27FC236}">
                <a16:creationId xmlns:a16="http://schemas.microsoft.com/office/drawing/2014/main" id="{95471035-C551-4172-AA0C-2D7F292DE128}"/>
              </a:ext>
            </a:extLst>
          </p:cNvPr>
          <p:cNvSpPr>
            <a:spLocks xmlns:a="http://schemas.openxmlformats.org/drawingml/2006/main" noGrp="1"/>
          </p:cNvSpPr>
          <p:nvPr/>
        </p:nvSpPr>
        <p:spPr>
          <a:xfrm xmlns:a="http://schemas.openxmlformats.org/drawingml/2006/main">
            <a:off x="6477000" y="233362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E42"/>
                </a:solidFill>
                <a:latin typeface="Aptos"/>
                <a:ea typeface="Aptos"/>
                <a:cs typeface="Aptos"/>
              </a:defRPr>
            </a:defPPr>
            <a:lvl1pPr>
              <a:defRPr sz="2100" b="0">
                <a:solidFill>
                  <a:srgbClr val="173E42"/>
                </a:solidFill>
                <a:latin typeface="Aptos"/>
                <a:ea typeface="Aptos"/>
                <a:cs typeface="Aptos"/>
              </a:defRPr>
            </a:lvl1pPr>
            <a:lvl2pPr>
              <a:defRPr sz="2100" b="0">
                <a:solidFill>
                  <a:srgbClr val="173E42"/>
                </a:solidFill>
                <a:latin typeface="Aptos"/>
                <a:ea typeface="Aptos"/>
                <a:cs typeface="Aptos"/>
              </a:defRPr>
            </a:lvl2pPr>
            <a:lvl3pPr>
              <a:defRPr sz="2100" b="0">
                <a:solidFill>
                  <a:srgbClr val="173E42"/>
                </a:solidFill>
                <a:latin typeface="Aptos"/>
                <a:ea typeface="Aptos"/>
                <a:cs typeface="Aptos"/>
              </a:defRPr>
            </a:lvl3pPr>
            <a:lvl4pPr>
              <a:defRPr sz="2100" b="0">
                <a:solidFill>
                  <a:srgbClr val="173E42"/>
                </a:solidFill>
                <a:latin typeface="Aptos"/>
                <a:ea typeface="Aptos"/>
                <a:cs typeface="Aptos"/>
              </a:defRPr>
            </a:lvl4pPr>
            <a:lvl5pPr>
              <a:defRPr sz="2100" b="0">
                <a:solidFill>
                  <a:srgbClr val="173E42"/>
                </a:solidFill>
                <a:latin typeface="Aptos"/>
                <a:ea typeface="Aptos"/>
                <a:cs typeface="Aptos"/>
              </a:defRPr>
            </a:lvl5pPr>
            <a:lvl6pPr>
              <a:defRPr sz="2100" b="0">
                <a:solidFill>
                  <a:srgbClr val="173E42"/>
                </a:solidFill>
                <a:latin typeface="Aptos"/>
                <a:ea typeface="Aptos"/>
                <a:cs typeface="Aptos"/>
              </a:defRPr>
            </a:lvl6pPr>
            <a:lvl7pPr>
              <a:defRPr sz="2100" b="0">
                <a:solidFill>
                  <a:srgbClr val="173E42"/>
                </a:solidFill>
                <a:latin typeface="Aptos"/>
                <a:ea typeface="Aptos"/>
                <a:cs typeface="Aptos"/>
              </a:defRPr>
            </a:lvl7pPr>
            <a:lvl8pPr>
              <a:defRPr sz="2100" b="0">
                <a:solidFill>
                  <a:srgbClr val="173E42"/>
                </a:solidFill>
                <a:latin typeface="Aptos"/>
                <a:ea typeface="Aptos"/>
                <a:cs typeface="Aptos"/>
              </a:defRPr>
            </a:lvl8pPr>
            <a:lvl9pPr>
              <a:defRPr sz="2100" b="0">
                <a:solidFill>
                  <a:srgbClr val="173E42"/>
                </a:solidFill>
                <a:latin typeface="Aptos"/>
                <a:ea typeface="Aptos"/>
                <a:cs typeface="Aptos"/>
              </a:defRPr>
            </a:lvl9pPr>
          </a:lstStyle>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Scoped response and authorization</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Existing supplier tools stay in place</a:t>
            </a:r>
          </a:p>
          <a:p xmlns:a="http://schemas.openxmlformats.org/drawingml/2006/main">
            <a:pPr>
              <a:defRPr sz="2100" b="0">
                <a:solidFill>
                  <a:srgbClr val="173E42"/>
                </a:solidFill>
                <a:latin typeface="Aptos"/>
                <a:ea typeface="Aptos"/>
                <a:cs typeface="Aptos"/>
              </a:defRPr>
            </a:pPr>
            <a:r>
              <a:rPr sz="2100" b="0">
                <a:solidFill>
                  <a:srgbClr val="173E42"/>
                </a:solidFill>
                <a:latin typeface="Aptos"/>
                <a:ea typeface="Aptos"/>
                <a:cs typeface="Aptos"/>
              </a:rPr>
              <a:t>Participation cost still needs validation</a:t>
            </a:r>
          </a:p>
        </p:txBody>
      </p:sp>
      <p:sp>
        <p:nvSpPr>
          <p:cNvPr id="8" name="">
            <a:extLst xmlns:a="http://schemas.openxmlformats.org/drawingml/2006/main">
              <a:ext uri="{FF2B5EF4-FFF2-40B4-BE49-F238E27FC236}">
                <a16:creationId xmlns:a16="http://schemas.microsoft.com/office/drawing/2014/main" id="{53CD2792-1D40-47A8-B0D6-A056271D2CFB}"/>
              </a:ext>
            </a:extLst>
          </p:cNvPr>
          <p:cNvSpPr>
            <a:spLocks xmlns:a="http://schemas.openxmlformats.org/drawingml/2006/main" noGrp="1"/>
          </p:cNvSpPr>
          <p:nvPr/>
        </p:nvSpPr>
        <p:spPr>
          <a:xfrm xmlns:a="http://schemas.openxmlformats.org/drawingml/2006/main">
            <a:off x="609600" y="4619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E42"/>
                </a:solidFill>
                <a:latin typeface="Aptos"/>
                <a:ea typeface="Aptos"/>
                <a:cs typeface="Aptos"/>
              </a:defRPr>
            </a:defPPr>
            <a:lvl1pPr>
              <a:defRPr sz="2250" b="1">
                <a:solidFill>
                  <a:srgbClr val="173E42"/>
                </a:solidFill>
                <a:latin typeface="Aptos"/>
                <a:ea typeface="Aptos"/>
                <a:cs typeface="Aptos"/>
              </a:defRPr>
            </a:lvl1pPr>
            <a:lvl2pPr>
              <a:defRPr sz="2250" b="1">
                <a:solidFill>
                  <a:srgbClr val="173E42"/>
                </a:solidFill>
                <a:latin typeface="Aptos"/>
                <a:ea typeface="Aptos"/>
                <a:cs typeface="Aptos"/>
              </a:defRPr>
            </a:lvl2pPr>
            <a:lvl3pPr>
              <a:defRPr sz="2250" b="1">
                <a:solidFill>
                  <a:srgbClr val="173E42"/>
                </a:solidFill>
                <a:latin typeface="Aptos"/>
                <a:ea typeface="Aptos"/>
                <a:cs typeface="Aptos"/>
              </a:defRPr>
            </a:lvl3pPr>
            <a:lvl4pPr>
              <a:defRPr sz="2250" b="1">
                <a:solidFill>
                  <a:srgbClr val="173E42"/>
                </a:solidFill>
                <a:latin typeface="Aptos"/>
                <a:ea typeface="Aptos"/>
                <a:cs typeface="Aptos"/>
              </a:defRPr>
            </a:lvl4pPr>
            <a:lvl5pPr>
              <a:defRPr sz="2250" b="1">
                <a:solidFill>
                  <a:srgbClr val="173E42"/>
                </a:solidFill>
                <a:latin typeface="Aptos"/>
                <a:ea typeface="Aptos"/>
                <a:cs typeface="Aptos"/>
              </a:defRPr>
            </a:lvl5pPr>
            <a:lvl6pPr>
              <a:defRPr sz="2250" b="1">
                <a:solidFill>
                  <a:srgbClr val="173E42"/>
                </a:solidFill>
                <a:latin typeface="Aptos"/>
                <a:ea typeface="Aptos"/>
                <a:cs typeface="Aptos"/>
              </a:defRPr>
            </a:lvl6pPr>
            <a:lvl7pPr>
              <a:defRPr sz="2250" b="1">
                <a:solidFill>
                  <a:srgbClr val="173E42"/>
                </a:solidFill>
                <a:latin typeface="Aptos"/>
                <a:ea typeface="Aptos"/>
                <a:cs typeface="Aptos"/>
              </a:defRPr>
            </a:lvl7pPr>
            <a:lvl8pPr>
              <a:defRPr sz="2250" b="1">
                <a:solidFill>
                  <a:srgbClr val="173E42"/>
                </a:solidFill>
                <a:latin typeface="Aptos"/>
                <a:ea typeface="Aptos"/>
                <a:cs typeface="Aptos"/>
              </a:defRPr>
            </a:lvl8pPr>
            <a:lvl9pPr>
              <a:defRPr sz="2250" b="1">
                <a:solidFill>
                  <a:srgbClr val="173E42"/>
                </a:solidFill>
                <a:latin typeface="Aptos"/>
                <a:ea typeface="Aptos"/>
                <a:cs typeface="Aptos"/>
              </a:defRPr>
            </a:lvl9pPr>
          </a:lstStyle>
          <a:p xmlns:a="http://schemas.openxmlformats.org/drawingml/2006/main">
            <a:pPr>
              <a:defRPr sz="2250" b="1">
                <a:solidFill>
                  <a:srgbClr val="173E42"/>
                </a:solidFill>
                <a:latin typeface="Aptos"/>
                <a:ea typeface="Aptos"/>
                <a:cs typeface="Aptos"/>
              </a:defRPr>
            </a:pPr>
            <a:r>
              <a:rPr sz="2250" b="1">
                <a:solidFill>
                  <a:srgbClr val="173E42"/>
                </a:solidFill>
                <a:latin typeface="Aptos"/>
                <a:ea typeface="Aptos"/>
                <a:cs typeface="Aptos"/>
              </a:rPr>
              <a:t>Proposed SAP value</a:t>
            </a:r>
          </a:p>
        </p:txBody>
      </p:sp>
      <p:sp>
        <p:nvSpPr>
          <p:cNvPr id="9" name="">
            <a:extLst xmlns:a="http://schemas.openxmlformats.org/drawingml/2006/main">
              <a:ext uri="{FF2B5EF4-FFF2-40B4-BE49-F238E27FC236}">
                <a16:creationId xmlns:a16="http://schemas.microsoft.com/office/drawing/2014/main" id="{6405546B-4F47-422B-A58E-624096DBAEFB}"/>
              </a:ext>
            </a:extLst>
          </p:cNvPr>
          <p:cNvSpPr>
            <a:spLocks xmlns:a="http://schemas.openxmlformats.org/drawingml/2006/main" noGrp="1"/>
          </p:cNvSpPr>
          <p:nvPr/>
        </p:nvSpPr>
        <p:spPr>
          <a:xfrm xmlns:a="http://schemas.openxmlformats.org/drawingml/2006/main">
            <a:off x="4095750" y="46196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E42"/>
                </a:solidFill>
                <a:latin typeface="Aptos"/>
                <a:ea typeface="Aptos"/>
                <a:cs typeface="Aptos"/>
              </a:defRPr>
            </a:defPPr>
            <a:lvl1pPr>
              <a:defRPr sz="2325" b="1">
                <a:solidFill>
                  <a:srgbClr val="173E42"/>
                </a:solidFill>
                <a:latin typeface="Aptos"/>
                <a:ea typeface="Aptos"/>
                <a:cs typeface="Aptos"/>
              </a:defRPr>
            </a:lvl1pPr>
            <a:lvl2pPr>
              <a:defRPr sz="2325" b="1">
                <a:solidFill>
                  <a:srgbClr val="173E42"/>
                </a:solidFill>
                <a:latin typeface="Aptos"/>
                <a:ea typeface="Aptos"/>
                <a:cs typeface="Aptos"/>
              </a:defRPr>
            </a:lvl2pPr>
            <a:lvl3pPr>
              <a:defRPr sz="2325" b="1">
                <a:solidFill>
                  <a:srgbClr val="173E42"/>
                </a:solidFill>
                <a:latin typeface="Aptos"/>
                <a:ea typeface="Aptos"/>
                <a:cs typeface="Aptos"/>
              </a:defRPr>
            </a:lvl3pPr>
            <a:lvl4pPr>
              <a:defRPr sz="2325" b="1">
                <a:solidFill>
                  <a:srgbClr val="173E42"/>
                </a:solidFill>
                <a:latin typeface="Aptos"/>
                <a:ea typeface="Aptos"/>
                <a:cs typeface="Aptos"/>
              </a:defRPr>
            </a:lvl4pPr>
            <a:lvl5pPr>
              <a:defRPr sz="2325" b="1">
                <a:solidFill>
                  <a:srgbClr val="173E42"/>
                </a:solidFill>
                <a:latin typeface="Aptos"/>
                <a:ea typeface="Aptos"/>
                <a:cs typeface="Aptos"/>
              </a:defRPr>
            </a:lvl5pPr>
            <a:lvl6pPr>
              <a:defRPr sz="2325" b="1">
                <a:solidFill>
                  <a:srgbClr val="173E42"/>
                </a:solidFill>
                <a:latin typeface="Aptos"/>
                <a:ea typeface="Aptos"/>
                <a:cs typeface="Aptos"/>
              </a:defRPr>
            </a:lvl6pPr>
            <a:lvl7pPr>
              <a:defRPr sz="2325" b="1">
                <a:solidFill>
                  <a:srgbClr val="173E42"/>
                </a:solidFill>
                <a:latin typeface="Aptos"/>
                <a:ea typeface="Aptos"/>
                <a:cs typeface="Aptos"/>
              </a:defRPr>
            </a:lvl7pPr>
            <a:lvl8pPr>
              <a:defRPr sz="2325" b="1">
                <a:solidFill>
                  <a:srgbClr val="173E42"/>
                </a:solidFill>
                <a:latin typeface="Aptos"/>
                <a:ea typeface="Aptos"/>
                <a:cs typeface="Aptos"/>
              </a:defRPr>
            </a:lvl8pPr>
            <a:lvl9pPr>
              <a:defRPr sz="2325" b="1">
                <a:solidFill>
                  <a:srgbClr val="173E42"/>
                </a:solidFill>
                <a:latin typeface="Aptos"/>
                <a:ea typeface="Aptos"/>
                <a:cs typeface="Aptos"/>
              </a:defRPr>
            </a:lvl9pPr>
          </a:lstStyle>
          <a:p xmlns:a="http://schemas.openxmlformats.org/drawingml/2006/main">
            <a:pPr>
              <a:defRPr sz="2325" b="1">
                <a:solidFill>
                  <a:srgbClr val="173E42"/>
                </a:solidFill>
                <a:latin typeface="Aptos"/>
                <a:ea typeface="Aptos"/>
                <a:cs typeface="Aptos"/>
              </a:defRPr>
            </a:pPr>
            <a:r>
              <a:rPr sz="2325" b="1">
                <a:solidFill>
                  <a:srgbClr val="173E42"/>
                </a:solidFill>
                <a:latin typeface="Aptos"/>
                <a:ea typeface="Aptos"/>
                <a:cs typeface="Aptos"/>
              </a:rPr>
              <a:t>More supplier participation in the purchasing workflow</a:t>
            </a:r>
          </a:p>
        </p:txBody>
      </p:sp>
      <p:sp>
        <p:nvSpPr>
          <p:cNvPr id="10" name="">
            <a:extLst xmlns:a="http://schemas.openxmlformats.org/drawingml/2006/main">
              <a:ext uri="{FF2B5EF4-FFF2-40B4-BE49-F238E27FC236}">
                <a16:creationId xmlns:a16="http://schemas.microsoft.com/office/drawing/2014/main" id="{F5BD25E8-6740-48A6-A68E-4849FA41FBA1}"/>
              </a:ext>
            </a:extLst>
          </p:cNvPr>
          <p:cNvSpPr>
            <a:spLocks xmlns:a="http://schemas.openxmlformats.org/drawingml/2006/main" noGrp="1"/>
          </p:cNvSpPr>
          <p:nvPr/>
        </p:nvSpPr>
        <p:spPr>
          <a:xfrm xmlns:a="http://schemas.openxmlformats.org/drawingml/2006/main">
            <a:off x="609600" y="5857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986619"/>
                </a:solidFill>
                <a:latin typeface="Aptos"/>
                <a:ea typeface="Aptos"/>
                <a:cs typeface="Aptos"/>
              </a:defRPr>
            </a:defPPr>
            <a:lvl1pPr>
              <a:defRPr sz="1650" b="1">
                <a:solidFill>
                  <a:srgbClr val="986619"/>
                </a:solidFill>
                <a:latin typeface="Aptos"/>
                <a:ea typeface="Aptos"/>
                <a:cs typeface="Aptos"/>
              </a:defRPr>
            </a:lvl1pPr>
            <a:lvl2pPr>
              <a:defRPr sz="1650" b="1">
                <a:solidFill>
                  <a:srgbClr val="986619"/>
                </a:solidFill>
                <a:latin typeface="Aptos"/>
                <a:ea typeface="Aptos"/>
                <a:cs typeface="Aptos"/>
              </a:defRPr>
            </a:lvl2pPr>
            <a:lvl3pPr>
              <a:defRPr sz="1650" b="1">
                <a:solidFill>
                  <a:srgbClr val="986619"/>
                </a:solidFill>
                <a:latin typeface="Aptos"/>
                <a:ea typeface="Aptos"/>
                <a:cs typeface="Aptos"/>
              </a:defRPr>
            </a:lvl3pPr>
            <a:lvl4pPr>
              <a:defRPr sz="1650" b="1">
                <a:solidFill>
                  <a:srgbClr val="986619"/>
                </a:solidFill>
                <a:latin typeface="Aptos"/>
                <a:ea typeface="Aptos"/>
                <a:cs typeface="Aptos"/>
              </a:defRPr>
            </a:lvl4pPr>
            <a:lvl5pPr>
              <a:defRPr sz="1650" b="1">
                <a:solidFill>
                  <a:srgbClr val="986619"/>
                </a:solidFill>
                <a:latin typeface="Aptos"/>
                <a:ea typeface="Aptos"/>
                <a:cs typeface="Aptos"/>
              </a:defRPr>
            </a:lvl5pPr>
            <a:lvl6pPr>
              <a:defRPr sz="1650" b="1">
                <a:solidFill>
                  <a:srgbClr val="986619"/>
                </a:solidFill>
                <a:latin typeface="Aptos"/>
                <a:ea typeface="Aptos"/>
                <a:cs typeface="Aptos"/>
              </a:defRPr>
            </a:lvl6pPr>
            <a:lvl7pPr>
              <a:defRPr sz="1650" b="1">
                <a:solidFill>
                  <a:srgbClr val="986619"/>
                </a:solidFill>
                <a:latin typeface="Aptos"/>
                <a:ea typeface="Aptos"/>
                <a:cs typeface="Aptos"/>
              </a:defRPr>
            </a:lvl7pPr>
            <a:lvl8pPr>
              <a:defRPr sz="1650" b="1">
                <a:solidFill>
                  <a:srgbClr val="986619"/>
                </a:solidFill>
                <a:latin typeface="Aptos"/>
                <a:ea typeface="Aptos"/>
                <a:cs typeface="Aptos"/>
              </a:defRPr>
            </a:lvl8pPr>
            <a:lvl9pPr>
              <a:defRPr sz="1650" b="1">
                <a:solidFill>
                  <a:srgbClr val="986619"/>
                </a:solidFill>
                <a:latin typeface="Aptos"/>
                <a:ea typeface="Aptos"/>
                <a:cs typeface="Aptos"/>
              </a:defRPr>
            </a:lvl9pPr>
          </a:lstStyle>
          <a:p xmlns:a="http://schemas.openxmlformats.org/drawingml/2006/main">
            <a:pPr>
              <a:defRPr sz="1650" b="1">
                <a:solidFill>
                  <a:srgbClr val="986619"/>
                </a:solidFill>
                <a:latin typeface="Aptos"/>
                <a:ea typeface="Aptos"/>
                <a:cs typeface="Aptos"/>
              </a:defRPr>
            </a:pPr>
            <a:r>
              <a:rPr sz="1650" b="1">
                <a:solidFill>
                  <a:srgbClr val="986619"/>
                </a:solidFill>
                <a:latin typeface="Aptos"/>
                <a:ea typeface="Aptos"/>
                <a:cs typeface="Aptos"/>
              </a:rPr>
              <a:t>No live SAP connection or writeback. Revenue and adoption remain hypotheses.</a:t>
            </a:r>
          </a:p>
        </p:txBody>
      </p:sp>
    </p:spTree>
    <p:extLst>
      <p:ext uri="{BB962C8B-B14F-4D97-AF65-F5344CB8AC3E}">
        <p14:creationId xmlns:p14="http://schemas.microsoft.com/office/powerpoint/2010/main" val="416135516"/>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454BE6-B27E-4505-8F37-C14D3EA5765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E42"/>
                </a:solidFill>
                <a:latin typeface="Aptos"/>
                <a:ea typeface="Aptos"/>
                <a:cs typeface="Aptos"/>
              </a:defRPr>
            </a:defPPr>
            <a:lvl1pPr>
              <a:defRPr sz="3150" b="1">
                <a:solidFill>
                  <a:srgbClr val="173E42"/>
                </a:solidFill>
                <a:latin typeface="Aptos"/>
                <a:ea typeface="Aptos"/>
                <a:cs typeface="Aptos"/>
              </a:defRPr>
            </a:lvl1pPr>
            <a:lvl2pPr>
              <a:defRPr sz="3150" b="1">
                <a:solidFill>
                  <a:srgbClr val="173E42"/>
                </a:solidFill>
                <a:latin typeface="Aptos"/>
                <a:ea typeface="Aptos"/>
                <a:cs typeface="Aptos"/>
              </a:defRPr>
            </a:lvl2pPr>
            <a:lvl3pPr>
              <a:defRPr sz="3150" b="1">
                <a:solidFill>
                  <a:srgbClr val="173E42"/>
                </a:solidFill>
                <a:latin typeface="Aptos"/>
                <a:ea typeface="Aptos"/>
                <a:cs typeface="Aptos"/>
              </a:defRPr>
            </a:lvl3pPr>
            <a:lvl4pPr>
              <a:defRPr sz="3150" b="1">
                <a:solidFill>
                  <a:srgbClr val="173E42"/>
                </a:solidFill>
                <a:latin typeface="Aptos"/>
                <a:ea typeface="Aptos"/>
                <a:cs typeface="Aptos"/>
              </a:defRPr>
            </a:lvl4pPr>
            <a:lvl5pPr>
              <a:defRPr sz="3150" b="1">
                <a:solidFill>
                  <a:srgbClr val="173E42"/>
                </a:solidFill>
                <a:latin typeface="Aptos"/>
                <a:ea typeface="Aptos"/>
                <a:cs typeface="Aptos"/>
              </a:defRPr>
            </a:lvl5pPr>
            <a:lvl6pPr>
              <a:defRPr sz="3150" b="1">
                <a:solidFill>
                  <a:srgbClr val="173E42"/>
                </a:solidFill>
                <a:latin typeface="Aptos"/>
                <a:ea typeface="Aptos"/>
                <a:cs typeface="Aptos"/>
              </a:defRPr>
            </a:lvl6pPr>
            <a:lvl7pPr>
              <a:defRPr sz="3150" b="1">
                <a:solidFill>
                  <a:srgbClr val="173E42"/>
                </a:solidFill>
                <a:latin typeface="Aptos"/>
                <a:ea typeface="Aptos"/>
                <a:cs typeface="Aptos"/>
              </a:defRPr>
            </a:lvl7pPr>
            <a:lvl8pPr>
              <a:defRPr sz="3150" b="1">
                <a:solidFill>
                  <a:srgbClr val="173E42"/>
                </a:solidFill>
                <a:latin typeface="Aptos"/>
                <a:ea typeface="Aptos"/>
                <a:cs typeface="Aptos"/>
              </a:defRPr>
            </a:lvl8pPr>
            <a:lvl9pPr>
              <a:defRPr sz="3150" b="1">
                <a:solidFill>
                  <a:srgbClr val="173E42"/>
                </a:solidFill>
                <a:latin typeface="Aptos"/>
                <a:ea typeface="Aptos"/>
                <a:cs typeface="Aptos"/>
              </a:defRPr>
            </a:lvl9pPr>
          </a:lstStyle>
          <a:p xmlns:a="http://schemas.openxmlformats.org/drawingml/2006/main">
            <a:pPr>
              <a:defRPr sz="3150" b="1">
                <a:solidFill>
                  <a:srgbClr val="173E42"/>
                </a:solidFill>
                <a:latin typeface="Aptos"/>
                <a:ea typeface="Aptos"/>
                <a:cs typeface="Aptos"/>
              </a:defRPr>
            </a:pPr>
            <a:r>
              <a:rPr sz="3150" b="1">
                <a:solidFill>
                  <a:srgbClr val="173E42"/>
                </a:solidFill>
                <a:latin typeface="Aptos"/>
                <a:ea typeface="Aptos"/>
                <a:cs typeface="Aptos"/>
              </a:rPr>
              <a:t>What the demo establishes</a:t>
            </a:r>
          </a:p>
        </p:txBody>
      </p:sp>
      <p:sp>
        <p:nvSpPr>
          <p:cNvPr id="2" name="">
            <a:extLst xmlns:a="http://schemas.openxmlformats.org/drawingml/2006/main">
              <a:ext uri="{FF2B5EF4-FFF2-40B4-BE49-F238E27FC236}">
                <a16:creationId xmlns:a16="http://schemas.microsoft.com/office/drawing/2014/main" id="{D0547A2C-2841-47D8-A496-3AD5EADBBD67}"/>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8F8BDF25-5FD4-4290-B8A1-3569467805E2}"/>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57078"/>
                </a:solidFill>
                <a:latin typeface="Aptos"/>
                <a:ea typeface="Aptos"/>
                <a:cs typeface="Aptos"/>
              </a:defRPr>
            </a:defPPr>
            <a:lvl1pPr>
              <a:defRPr sz="1125" b="0">
                <a:solidFill>
                  <a:srgbClr val="557078"/>
                </a:solidFill>
                <a:latin typeface="Aptos"/>
                <a:ea typeface="Aptos"/>
                <a:cs typeface="Aptos"/>
              </a:defRPr>
            </a:lvl1pPr>
            <a:lvl2pPr>
              <a:defRPr sz="1125" b="0">
                <a:solidFill>
                  <a:srgbClr val="557078"/>
                </a:solidFill>
                <a:latin typeface="Aptos"/>
                <a:ea typeface="Aptos"/>
                <a:cs typeface="Aptos"/>
              </a:defRPr>
            </a:lvl2pPr>
            <a:lvl3pPr>
              <a:defRPr sz="1125" b="0">
                <a:solidFill>
                  <a:srgbClr val="557078"/>
                </a:solidFill>
                <a:latin typeface="Aptos"/>
                <a:ea typeface="Aptos"/>
                <a:cs typeface="Aptos"/>
              </a:defRPr>
            </a:lvl3pPr>
            <a:lvl4pPr>
              <a:defRPr sz="1125" b="0">
                <a:solidFill>
                  <a:srgbClr val="557078"/>
                </a:solidFill>
                <a:latin typeface="Aptos"/>
                <a:ea typeface="Aptos"/>
                <a:cs typeface="Aptos"/>
              </a:defRPr>
            </a:lvl4pPr>
            <a:lvl5pPr>
              <a:defRPr sz="1125" b="0">
                <a:solidFill>
                  <a:srgbClr val="557078"/>
                </a:solidFill>
                <a:latin typeface="Aptos"/>
                <a:ea typeface="Aptos"/>
                <a:cs typeface="Aptos"/>
              </a:defRPr>
            </a:lvl5pPr>
            <a:lvl6pPr>
              <a:defRPr sz="1125" b="0">
                <a:solidFill>
                  <a:srgbClr val="557078"/>
                </a:solidFill>
                <a:latin typeface="Aptos"/>
                <a:ea typeface="Aptos"/>
                <a:cs typeface="Aptos"/>
              </a:defRPr>
            </a:lvl6pPr>
            <a:lvl7pPr>
              <a:defRPr sz="1125" b="0">
                <a:solidFill>
                  <a:srgbClr val="557078"/>
                </a:solidFill>
                <a:latin typeface="Aptos"/>
                <a:ea typeface="Aptos"/>
                <a:cs typeface="Aptos"/>
              </a:defRPr>
            </a:lvl7pPr>
            <a:lvl8pPr>
              <a:defRPr sz="1125" b="0">
                <a:solidFill>
                  <a:srgbClr val="557078"/>
                </a:solidFill>
                <a:latin typeface="Aptos"/>
                <a:ea typeface="Aptos"/>
                <a:cs typeface="Aptos"/>
              </a:defRPr>
            </a:lvl8pPr>
            <a:lvl9pPr>
              <a:defRPr sz="1125" b="0">
                <a:solidFill>
                  <a:srgbClr val="557078"/>
                </a:solidFill>
                <a:latin typeface="Aptos"/>
                <a:ea typeface="Aptos"/>
                <a:cs typeface="Aptos"/>
              </a:defRPr>
            </a:lvl9pPr>
          </a:lstStyle>
          <a:p xmlns:a="http://schemas.openxmlformats.org/drawingml/2006/main">
            <a:pPr>
              <a:defRPr sz="1125" b="0">
                <a:solidFill>
                  <a:srgbClr val="557078"/>
                </a:solidFill>
                <a:latin typeface="Aptos"/>
                <a:ea typeface="Aptos"/>
                <a:cs typeface="Aptos"/>
              </a:defRPr>
            </a:pPr>
            <a:r>
              <a:rPr sz="1125" b="0">
                <a:solidFill>
                  <a:srgbClr val="557078"/>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100BD8E0-20B1-4A7C-8A0F-AB7EFDA84CF3}"/>
              </a:ext>
            </a:extLst>
          </p:cNvPr>
          <p:cNvSpPr>
            <a:spLocks xmlns:a="http://schemas.openxmlformats.org/drawingml/2006/main" noGrp="1"/>
          </p:cNvSpPr>
          <p:nvPr/>
        </p:nvSpPr>
        <p:spPr>
          <a:xfrm xmlns:a="http://schemas.openxmlformats.org/drawingml/2006/main">
            <a:off x="609600" y="1714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765F"/>
                </a:solidFill>
                <a:latin typeface="Aptos"/>
                <a:ea typeface="Aptos"/>
                <a:cs typeface="Aptos"/>
              </a:defRPr>
            </a:defPPr>
            <a:lvl1pPr>
              <a:defRPr sz="2400" b="1">
                <a:solidFill>
                  <a:srgbClr val="16765F"/>
                </a:solidFill>
                <a:latin typeface="Aptos"/>
                <a:ea typeface="Aptos"/>
                <a:cs typeface="Aptos"/>
              </a:defRPr>
            </a:lvl1pPr>
            <a:lvl2pPr>
              <a:defRPr sz="2400" b="1">
                <a:solidFill>
                  <a:srgbClr val="16765F"/>
                </a:solidFill>
                <a:latin typeface="Aptos"/>
                <a:ea typeface="Aptos"/>
                <a:cs typeface="Aptos"/>
              </a:defRPr>
            </a:lvl2pPr>
            <a:lvl3pPr>
              <a:defRPr sz="2400" b="1">
                <a:solidFill>
                  <a:srgbClr val="16765F"/>
                </a:solidFill>
                <a:latin typeface="Aptos"/>
                <a:ea typeface="Aptos"/>
                <a:cs typeface="Aptos"/>
              </a:defRPr>
            </a:lvl3pPr>
            <a:lvl4pPr>
              <a:defRPr sz="2400" b="1">
                <a:solidFill>
                  <a:srgbClr val="16765F"/>
                </a:solidFill>
                <a:latin typeface="Aptos"/>
                <a:ea typeface="Aptos"/>
                <a:cs typeface="Aptos"/>
              </a:defRPr>
            </a:lvl4pPr>
            <a:lvl5pPr>
              <a:defRPr sz="2400" b="1">
                <a:solidFill>
                  <a:srgbClr val="16765F"/>
                </a:solidFill>
                <a:latin typeface="Aptos"/>
                <a:ea typeface="Aptos"/>
                <a:cs typeface="Aptos"/>
              </a:defRPr>
            </a:lvl5pPr>
            <a:lvl6pPr>
              <a:defRPr sz="2400" b="1">
                <a:solidFill>
                  <a:srgbClr val="16765F"/>
                </a:solidFill>
                <a:latin typeface="Aptos"/>
                <a:ea typeface="Aptos"/>
                <a:cs typeface="Aptos"/>
              </a:defRPr>
            </a:lvl6pPr>
            <a:lvl7pPr>
              <a:defRPr sz="2400" b="1">
                <a:solidFill>
                  <a:srgbClr val="16765F"/>
                </a:solidFill>
                <a:latin typeface="Aptos"/>
                <a:ea typeface="Aptos"/>
                <a:cs typeface="Aptos"/>
              </a:defRPr>
            </a:lvl7pPr>
            <a:lvl8pPr>
              <a:defRPr sz="2400" b="1">
                <a:solidFill>
                  <a:srgbClr val="16765F"/>
                </a:solidFill>
                <a:latin typeface="Aptos"/>
                <a:ea typeface="Aptos"/>
                <a:cs typeface="Aptos"/>
              </a:defRPr>
            </a:lvl8pPr>
            <a:lvl9pPr>
              <a:defRPr sz="2400" b="1">
                <a:solidFill>
                  <a:srgbClr val="16765F"/>
                </a:solidFill>
                <a:latin typeface="Aptos"/>
                <a:ea typeface="Aptos"/>
                <a:cs typeface="Aptos"/>
              </a:defRPr>
            </a:lvl9pPr>
          </a:lstStyle>
          <a:p xmlns:a="http://schemas.openxmlformats.org/drawingml/2006/main">
            <a:pPr>
              <a:defRPr sz="2400" b="1">
                <a:solidFill>
                  <a:srgbClr val="16765F"/>
                </a:solidFill>
                <a:latin typeface="Aptos"/>
                <a:ea typeface="Aptos"/>
                <a:cs typeface="Aptos"/>
              </a:defRPr>
            </a:pPr>
            <a:r>
              <a:rPr sz="2400" b="1">
                <a:solidFill>
                  <a:srgbClr val="16765F"/>
                </a:solidFill>
                <a:latin typeface="Aptos"/>
                <a:ea typeface="Aptos"/>
                <a:cs typeface="Aptos"/>
              </a:rPr>
              <a:t>Implemented</a:t>
            </a:r>
          </a:p>
        </p:txBody>
      </p:sp>
      <p:sp>
        <p:nvSpPr>
          <p:cNvPr id="5" name="">
            <a:extLst xmlns:a="http://schemas.openxmlformats.org/drawingml/2006/main">
              <a:ext uri="{FF2B5EF4-FFF2-40B4-BE49-F238E27FC236}">
                <a16:creationId xmlns:a16="http://schemas.microsoft.com/office/drawing/2014/main" id="{BFE96BCC-5322-46E3-83EA-43D57AF73F86}"/>
              </a:ext>
            </a:extLst>
          </p:cNvPr>
          <p:cNvSpPr>
            <a:spLocks xmlns:a="http://schemas.openxmlformats.org/drawingml/2006/main" noGrp="1"/>
          </p:cNvSpPr>
          <p:nvPr/>
        </p:nvSpPr>
        <p:spPr>
          <a:xfrm xmlns:a="http://schemas.openxmlformats.org/drawingml/2006/main">
            <a:off x="609600" y="2524125"/>
            <a:ext cx="514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E42"/>
                </a:solidFill>
                <a:latin typeface="Aptos"/>
                <a:ea typeface="Aptos"/>
                <a:cs typeface="Aptos"/>
              </a:defRPr>
            </a:defPPr>
            <a:lvl1pPr>
              <a:defRPr sz="2025" b="0">
                <a:solidFill>
                  <a:srgbClr val="173E42"/>
                </a:solidFill>
                <a:latin typeface="Aptos"/>
                <a:ea typeface="Aptos"/>
                <a:cs typeface="Aptos"/>
              </a:defRPr>
            </a:lvl1pPr>
            <a:lvl2pPr>
              <a:defRPr sz="2025" b="0">
                <a:solidFill>
                  <a:srgbClr val="173E42"/>
                </a:solidFill>
                <a:latin typeface="Aptos"/>
                <a:ea typeface="Aptos"/>
                <a:cs typeface="Aptos"/>
              </a:defRPr>
            </a:lvl2pPr>
            <a:lvl3pPr>
              <a:defRPr sz="2025" b="0">
                <a:solidFill>
                  <a:srgbClr val="173E42"/>
                </a:solidFill>
                <a:latin typeface="Aptos"/>
                <a:ea typeface="Aptos"/>
                <a:cs typeface="Aptos"/>
              </a:defRPr>
            </a:lvl3pPr>
            <a:lvl4pPr>
              <a:defRPr sz="2025" b="0">
                <a:solidFill>
                  <a:srgbClr val="173E42"/>
                </a:solidFill>
                <a:latin typeface="Aptos"/>
                <a:ea typeface="Aptos"/>
                <a:cs typeface="Aptos"/>
              </a:defRPr>
            </a:lvl4pPr>
            <a:lvl5pPr>
              <a:defRPr sz="2025" b="0">
                <a:solidFill>
                  <a:srgbClr val="173E42"/>
                </a:solidFill>
                <a:latin typeface="Aptos"/>
                <a:ea typeface="Aptos"/>
                <a:cs typeface="Aptos"/>
              </a:defRPr>
            </a:lvl5pPr>
            <a:lvl6pPr>
              <a:defRPr sz="2025" b="0">
                <a:solidFill>
                  <a:srgbClr val="173E42"/>
                </a:solidFill>
                <a:latin typeface="Aptos"/>
                <a:ea typeface="Aptos"/>
                <a:cs typeface="Aptos"/>
              </a:defRPr>
            </a:lvl6pPr>
            <a:lvl7pPr>
              <a:defRPr sz="2025" b="0">
                <a:solidFill>
                  <a:srgbClr val="173E42"/>
                </a:solidFill>
                <a:latin typeface="Aptos"/>
                <a:ea typeface="Aptos"/>
                <a:cs typeface="Aptos"/>
              </a:defRPr>
            </a:lvl7pPr>
            <a:lvl8pPr>
              <a:defRPr sz="2025" b="0">
                <a:solidFill>
                  <a:srgbClr val="173E42"/>
                </a:solidFill>
                <a:latin typeface="Aptos"/>
                <a:ea typeface="Aptos"/>
                <a:cs typeface="Aptos"/>
              </a:defRPr>
            </a:lvl8pPr>
            <a:lvl9pPr>
              <a:defRPr sz="2025" b="0">
                <a:solidFill>
                  <a:srgbClr val="173E42"/>
                </a:solidFill>
                <a:latin typeface="Aptos"/>
                <a:ea typeface="Aptos"/>
                <a:cs typeface="Aptos"/>
              </a:defRPr>
            </a:lvl9pPr>
          </a:lstStyle>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Real calls and observable tool activity</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Evidence-linked operational summaries</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Supplier authorization boundaries</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Planner investigation and closure</a:t>
            </a:r>
          </a:p>
        </p:txBody>
      </p:sp>
      <p:sp>
        <p:nvSpPr>
          <p:cNvPr id="6" name="">
            <a:extLst xmlns:a="http://schemas.openxmlformats.org/drawingml/2006/main">
              <a:ext uri="{FF2B5EF4-FFF2-40B4-BE49-F238E27FC236}">
                <a16:creationId xmlns:a16="http://schemas.microsoft.com/office/drawing/2014/main" id="{AB45EAFC-C6FB-4AE9-A162-2EEF7EDF1371}"/>
              </a:ext>
            </a:extLst>
          </p:cNvPr>
          <p:cNvSpPr>
            <a:spLocks xmlns:a="http://schemas.openxmlformats.org/drawingml/2006/main" noGrp="1"/>
          </p:cNvSpPr>
          <p:nvPr/>
        </p:nvSpPr>
        <p:spPr>
          <a:xfrm xmlns:a="http://schemas.openxmlformats.org/drawingml/2006/main">
            <a:off x="6477000" y="1714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986619"/>
                </a:solidFill>
                <a:latin typeface="Aptos"/>
                <a:ea typeface="Aptos"/>
                <a:cs typeface="Aptos"/>
              </a:defRPr>
            </a:defPPr>
            <a:lvl1pPr>
              <a:defRPr sz="2400" b="1">
                <a:solidFill>
                  <a:srgbClr val="986619"/>
                </a:solidFill>
                <a:latin typeface="Aptos"/>
                <a:ea typeface="Aptos"/>
                <a:cs typeface="Aptos"/>
              </a:defRPr>
            </a:lvl1pPr>
            <a:lvl2pPr>
              <a:defRPr sz="2400" b="1">
                <a:solidFill>
                  <a:srgbClr val="986619"/>
                </a:solidFill>
                <a:latin typeface="Aptos"/>
                <a:ea typeface="Aptos"/>
                <a:cs typeface="Aptos"/>
              </a:defRPr>
            </a:lvl2pPr>
            <a:lvl3pPr>
              <a:defRPr sz="2400" b="1">
                <a:solidFill>
                  <a:srgbClr val="986619"/>
                </a:solidFill>
                <a:latin typeface="Aptos"/>
                <a:ea typeface="Aptos"/>
                <a:cs typeface="Aptos"/>
              </a:defRPr>
            </a:lvl3pPr>
            <a:lvl4pPr>
              <a:defRPr sz="2400" b="1">
                <a:solidFill>
                  <a:srgbClr val="986619"/>
                </a:solidFill>
                <a:latin typeface="Aptos"/>
                <a:ea typeface="Aptos"/>
                <a:cs typeface="Aptos"/>
              </a:defRPr>
            </a:lvl4pPr>
            <a:lvl5pPr>
              <a:defRPr sz="2400" b="1">
                <a:solidFill>
                  <a:srgbClr val="986619"/>
                </a:solidFill>
                <a:latin typeface="Aptos"/>
                <a:ea typeface="Aptos"/>
                <a:cs typeface="Aptos"/>
              </a:defRPr>
            </a:lvl5pPr>
            <a:lvl6pPr>
              <a:defRPr sz="2400" b="1">
                <a:solidFill>
                  <a:srgbClr val="986619"/>
                </a:solidFill>
                <a:latin typeface="Aptos"/>
                <a:ea typeface="Aptos"/>
                <a:cs typeface="Aptos"/>
              </a:defRPr>
            </a:lvl6pPr>
            <a:lvl7pPr>
              <a:defRPr sz="2400" b="1">
                <a:solidFill>
                  <a:srgbClr val="986619"/>
                </a:solidFill>
                <a:latin typeface="Aptos"/>
                <a:ea typeface="Aptos"/>
                <a:cs typeface="Aptos"/>
              </a:defRPr>
            </a:lvl7pPr>
            <a:lvl8pPr>
              <a:defRPr sz="2400" b="1">
                <a:solidFill>
                  <a:srgbClr val="986619"/>
                </a:solidFill>
                <a:latin typeface="Aptos"/>
                <a:ea typeface="Aptos"/>
                <a:cs typeface="Aptos"/>
              </a:defRPr>
            </a:lvl8pPr>
            <a:lvl9pPr>
              <a:defRPr sz="2400" b="1">
                <a:solidFill>
                  <a:srgbClr val="986619"/>
                </a:solidFill>
                <a:latin typeface="Aptos"/>
                <a:ea typeface="Aptos"/>
                <a:cs typeface="Aptos"/>
              </a:defRPr>
            </a:lvl9pPr>
          </a:lstStyle>
          <a:p xmlns:a="http://schemas.openxmlformats.org/drawingml/2006/main">
            <a:pPr>
              <a:defRPr sz="2400" b="1">
                <a:solidFill>
                  <a:srgbClr val="986619"/>
                </a:solidFill>
                <a:latin typeface="Aptos"/>
                <a:ea typeface="Aptos"/>
                <a:cs typeface="Aptos"/>
              </a:defRPr>
            </a:pPr>
            <a:r>
              <a:rPr sz="2400" b="1">
                <a:solidFill>
                  <a:srgbClr val="986619"/>
                </a:solidFill>
                <a:latin typeface="Aptos"/>
                <a:ea typeface="Aptos"/>
                <a:cs typeface="Aptos"/>
              </a:rPr>
              <a:t>Still to validate</a:t>
            </a:r>
          </a:p>
        </p:txBody>
      </p:sp>
      <p:sp>
        <p:nvSpPr>
          <p:cNvPr id="7" name="">
            <a:extLst xmlns:a="http://schemas.openxmlformats.org/drawingml/2006/main">
              <a:ext uri="{FF2B5EF4-FFF2-40B4-BE49-F238E27FC236}">
                <a16:creationId xmlns:a16="http://schemas.microsoft.com/office/drawing/2014/main" id="{E359F6F5-F126-4E49-98FA-B1233716B197}"/>
              </a:ext>
            </a:extLst>
          </p:cNvPr>
          <p:cNvSpPr>
            <a:spLocks xmlns:a="http://schemas.openxmlformats.org/drawingml/2006/main" noGrp="1"/>
          </p:cNvSpPr>
          <p:nvPr/>
        </p:nvSpPr>
        <p:spPr>
          <a:xfrm xmlns:a="http://schemas.openxmlformats.org/drawingml/2006/main">
            <a:off x="6477000" y="2524125"/>
            <a:ext cx="514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E42"/>
                </a:solidFill>
                <a:latin typeface="Aptos"/>
                <a:ea typeface="Aptos"/>
                <a:cs typeface="Aptos"/>
              </a:defRPr>
            </a:defPPr>
            <a:lvl1pPr>
              <a:defRPr sz="2025" b="0">
                <a:solidFill>
                  <a:srgbClr val="173E42"/>
                </a:solidFill>
                <a:latin typeface="Aptos"/>
                <a:ea typeface="Aptos"/>
                <a:cs typeface="Aptos"/>
              </a:defRPr>
            </a:lvl1pPr>
            <a:lvl2pPr>
              <a:defRPr sz="2025" b="0">
                <a:solidFill>
                  <a:srgbClr val="173E42"/>
                </a:solidFill>
                <a:latin typeface="Aptos"/>
                <a:ea typeface="Aptos"/>
                <a:cs typeface="Aptos"/>
              </a:defRPr>
            </a:lvl2pPr>
            <a:lvl3pPr>
              <a:defRPr sz="2025" b="0">
                <a:solidFill>
                  <a:srgbClr val="173E42"/>
                </a:solidFill>
                <a:latin typeface="Aptos"/>
                <a:ea typeface="Aptos"/>
                <a:cs typeface="Aptos"/>
              </a:defRPr>
            </a:lvl3pPr>
            <a:lvl4pPr>
              <a:defRPr sz="2025" b="0">
                <a:solidFill>
                  <a:srgbClr val="173E42"/>
                </a:solidFill>
                <a:latin typeface="Aptos"/>
                <a:ea typeface="Aptos"/>
                <a:cs typeface="Aptos"/>
              </a:defRPr>
            </a:lvl4pPr>
            <a:lvl5pPr>
              <a:defRPr sz="2025" b="0">
                <a:solidFill>
                  <a:srgbClr val="173E42"/>
                </a:solidFill>
                <a:latin typeface="Aptos"/>
                <a:ea typeface="Aptos"/>
                <a:cs typeface="Aptos"/>
              </a:defRPr>
            </a:lvl5pPr>
            <a:lvl6pPr>
              <a:defRPr sz="2025" b="0">
                <a:solidFill>
                  <a:srgbClr val="173E42"/>
                </a:solidFill>
                <a:latin typeface="Aptos"/>
                <a:ea typeface="Aptos"/>
                <a:cs typeface="Aptos"/>
              </a:defRPr>
            </a:lvl6pPr>
            <a:lvl7pPr>
              <a:defRPr sz="2025" b="0">
                <a:solidFill>
                  <a:srgbClr val="173E42"/>
                </a:solidFill>
                <a:latin typeface="Aptos"/>
                <a:ea typeface="Aptos"/>
                <a:cs typeface="Aptos"/>
              </a:defRPr>
            </a:lvl7pPr>
            <a:lvl8pPr>
              <a:defRPr sz="2025" b="0">
                <a:solidFill>
                  <a:srgbClr val="173E42"/>
                </a:solidFill>
                <a:latin typeface="Aptos"/>
                <a:ea typeface="Aptos"/>
                <a:cs typeface="Aptos"/>
              </a:defRPr>
            </a:lvl8pPr>
            <a:lvl9pPr>
              <a:defRPr sz="2025" b="0">
                <a:solidFill>
                  <a:srgbClr val="173E42"/>
                </a:solidFill>
                <a:latin typeface="Aptos"/>
                <a:ea typeface="Aptos"/>
                <a:cs typeface="Aptos"/>
              </a:defRPr>
            </a:lvl9pPr>
          </a:lstStyle>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Advantage over strong rules</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Human time, errors and rework</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Supplier adoption and integration cost</a:t>
            </a:r>
          </a:p>
          <a:p xmlns:a="http://schemas.openxmlformats.org/drawingml/2006/main">
            <a:pPr>
              <a:defRPr sz="2025" b="0">
                <a:solidFill>
                  <a:srgbClr val="173E42"/>
                </a:solidFill>
                <a:latin typeface="Aptos"/>
                <a:ea typeface="Aptos"/>
                <a:cs typeface="Aptos"/>
              </a:defRPr>
            </a:pPr>
            <a:r>
              <a:rPr sz="2025" b="0">
                <a:solidFill>
                  <a:srgbClr val="173E42"/>
                </a:solidFill>
                <a:latin typeface="Aptos"/>
                <a:ea typeface="Aptos"/>
                <a:cs typeface="Aptos"/>
              </a:rPr>
              <a:t>Fulfillment and financial outcomes</a:t>
            </a:r>
          </a:p>
        </p:txBody>
      </p:sp>
      <p:sp>
        <p:nvSpPr>
          <p:cNvPr id="8" name="">
            <a:extLst xmlns:a="http://schemas.openxmlformats.org/drawingml/2006/main">
              <a:ext uri="{FF2B5EF4-FFF2-40B4-BE49-F238E27FC236}">
                <a16:creationId xmlns:a16="http://schemas.microsoft.com/office/drawing/2014/main" id="{E7FD1DEE-E11A-4316-B455-FBDB2B5B4C4D}"/>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7078"/>
                </a:solidFill>
                <a:latin typeface="Aptos"/>
                <a:ea typeface="Aptos"/>
                <a:cs typeface="Aptos"/>
              </a:defRPr>
            </a:defPPr>
            <a:lvl1pPr>
              <a:defRPr sz="2025" b="0">
                <a:solidFill>
                  <a:srgbClr val="557078"/>
                </a:solidFill>
                <a:latin typeface="Aptos"/>
                <a:ea typeface="Aptos"/>
                <a:cs typeface="Aptos"/>
              </a:defRPr>
            </a:lvl1pPr>
            <a:lvl2pPr>
              <a:defRPr sz="2025" b="0">
                <a:solidFill>
                  <a:srgbClr val="557078"/>
                </a:solidFill>
                <a:latin typeface="Aptos"/>
                <a:ea typeface="Aptos"/>
                <a:cs typeface="Aptos"/>
              </a:defRPr>
            </a:lvl2pPr>
            <a:lvl3pPr>
              <a:defRPr sz="2025" b="0">
                <a:solidFill>
                  <a:srgbClr val="557078"/>
                </a:solidFill>
                <a:latin typeface="Aptos"/>
                <a:ea typeface="Aptos"/>
                <a:cs typeface="Aptos"/>
              </a:defRPr>
            </a:lvl3pPr>
            <a:lvl4pPr>
              <a:defRPr sz="2025" b="0">
                <a:solidFill>
                  <a:srgbClr val="557078"/>
                </a:solidFill>
                <a:latin typeface="Aptos"/>
                <a:ea typeface="Aptos"/>
                <a:cs typeface="Aptos"/>
              </a:defRPr>
            </a:lvl4pPr>
            <a:lvl5pPr>
              <a:defRPr sz="2025" b="0">
                <a:solidFill>
                  <a:srgbClr val="557078"/>
                </a:solidFill>
                <a:latin typeface="Aptos"/>
                <a:ea typeface="Aptos"/>
                <a:cs typeface="Aptos"/>
              </a:defRPr>
            </a:lvl5pPr>
            <a:lvl6pPr>
              <a:defRPr sz="2025" b="0">
                <a:solidFill>
                  <a:srgbClr val="557078"/>
                </a:solidFill>
                <a:latin typeface="Aptos"/>
                <a:ea typeface="Aptos"/>
                <a:cs typeface="Aptos"/>
              </a:defRPr>
            </a:lvl6pPr>
            <a:lvl7pPr>
              <a:defRPr sz="2025" b="0">
                <a:solidFill>
                  <a:srgbClr val="557078"/>
                </a:solidFill>
                <a:latin typeface="Aptos"/>
                <a:ea typeface="Aptos"/>
                <a:cs typeface="Aptos"/>
              </a:defRPr>
            </a:lvl7pPr>
            <a:lvl8pPr>
              <a:defRPr sz="2025" b="0">
                <a:solidFill>
                  <a:srgbClr val="557078"/>
                </a:solidFill>
                <a:latin typeface="Aptos"/>
                <a:ea typeface="Aptos"/>
                <a:cs typeface="Aptos"/>
              </a:defRPr>
            </a:lvl8pPr>
            <a:lvl9pPr>
              <a:defRPr sz="2025" b="0">
                <a:solidFill>
                  <a:srgbClr val="557078"/>
                </a:solidFill>
                <a:latin typeface="Aptos"/>
                <a:ea typeface="Aptos"/>
                <a:cs typeface="Aptos"/>
              </a:defRPr>
            </a:lvl9pPr>
          </a:lstStyle>
          <a:p xmlns:a="http://schemas.openxmlformats.org/drawingml/2006/main">
            <a:pPr>
              <a:defRPr sz="2025" b="0">
                <a:solidFill>
                  <a:srgbClr val="557078"/>
                </a:solidFill>
                <a:latin typeface="Aptos"/>
                <a:ea typeface="Aptos"/>
                <a:cs typeface="Aptos"/>
              </a:defRPr>
            </a:pPr>
            <a:r>
              <a:rPr sz="2025" b="0">
                <a:solidFill>
                  <a:srgbClr val="557078"/>
                </a:solidFill>
                <a:latin typeface="Aptos"/>
                <a:ea typeface="Aptos"/>
                <a:cs typeface="Aptos"/>
              </a:rPr>
              <a:t>Synthetic inputs and local role links do not establish production readiness.</a:t>
            </a:r>
          </a:p>
        </p:txBody>
      </p:sp>
    </p:spTree>
    <p:extLst>
      <p:ext uri="{BB962C8B-B14F-4D97-AF65-F5344CB8AC3E}">
        <p14:creationId xmlns:p14="http://schemas.microsoft.com/office/powerpoint/2010/main" val="1371558864"/>
      </p:ext>
    </p:extLst>
  </p:cSld>
</p:sld>
</file>

<file path=ppt/slides/slide8.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9DFC38-0855-4F6D-A099-A9F9A079306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ptos"/>
                <a:ea typeface="Aptos"/>
                <a:cs typeface="Aptos"/>
              </a:defRPr>
            </a:defPPr>
            <a:lvl1pPr>
              <a:defRPr sz="3150" b="1">
                <a:solidFill>
                  <a:srgbClr val="FFFFFF"/>
                </a:solidFill>
                <a:latin typeface="Aptos"/>
                <a:ea typeface="Aptos"/>
                <a:cs typeface="Aptos"/>
              </a:defRPr>
            </a:lvl1pPr>
            <a:lvl2pPr>
              <a:defRPr sz="3150" b="1">
                <a:solidFill>
                  <a:srgbClr val="FFFFFF"/>
                </a:solidFill>
                <a:latin typeface="Aptos"/>
                <a:ea typeface="Aptos"/>
                <a:cs typeface="Aptos"/>
              </a:defRPr>
            </a:lvl2pPr>
            <a:lvl3pPr>
              <a:defRPr sz="3150" b="1">
                <a:solidFill>
                  <a:srgbClr val="FFFFFF"/>
                </a:solidFill>
                <a:latin typeface="Aptos"/>
                <a:ea typeface="Aptos"/>
                <a:cs typeface="Aptos"/>
              </a:defRPr>
            </a:lvl3pPr>
            <a:lvl4pPr>
              <a:defRPr sz="3150" b="1">
                <a:solidFill>
                  <a:srgbClr val="FFFFFF"/>
                </a:solidFill>
                <a:latin typeface="Aptos"/>
                <a:ea typeface="Aptos"/>
                <a:cs typeface="Aptos"/>
              </a:defRPr>
            </a:lvl4pPr>
            <a:lvl5pPr>
              <a:defRPr sz="3150" b="1">
                <a:solidFill>
                  <a:srgbClr val="FFFFFF"/>
                </a:solidFill>
                <a:latin typeface="Aptos"/>
                <a:ea typeface="Aptos"/>
                <a:cs typeface="Aptos"/>
              </a:defRPr>
            </a:lvl5pPr>
            <a:lvl6pPr>
              <a:defRPr sz="3150" b="1">
                <a:solidFill>
                  <a:srgbClr val="FFFFFF"/>
                </a:solidFill>
                <a:latin typeface="Aptos"/>
                <a:ea typeface="Aptos"/>
                <a:cs typeface="Aptos"/>
              </a:defRPr>
            </a:lvl6pPr>
            <a:lvl7pPr>
              <a:defRPr sz="3150" b="1">
                <a:solidFill>
                  <a:srgbClr val="FFFFFF"/>
                </a:solidFill>
                <a:latin typeface="Aptos"/>
                <a:ea typeface="Aptos"/>
                <a:cs typeface="Aptos"/>
              </a:defRPr>
            </a:lvl7pPr>
            <a:lvl8pPr>
              <a:defRPr sz="3150" b="1">
                <a:solidFill>
                  <a:srgbClr val="FFFFFF"/>
                </a:solidFill>
                <a:latin typeface="Aptos"/>
                <a:ea typeface="Aptos"/>
                <a:cs typeface="Aptos"/>
              </a:defRPr>
            </a:lvl8pPr>
            <a:lvl9pPr>
              <a:defRPr sz="3150" b="1">
                <a:solidFill>
                  <a:srgbClr val="FFFFFF"/>
                </a:solidFill>
                <a:latin typeface="Aptos"/>
                <a:ea typeface="Aptos"/>
                <a:cs typeface="Aptos"/>
              </a:defRPr>
            </a:lvl9pPr>
          </a:lstStyle>
          <a:p xmlns:a="http://schemas.openxmlformats.org/drawingml/2006/main">
            <a:pPr>
              <a:defRPr sz="3150" b="1">
                <a:solidFill>
                  <a:srgbClr val="FFFFFF"/>
                </a:solidFill>
                <a:latin typeface="Aptos"/>
                <a:ea typeface="Aptos"/>
                <a:cs typeface="Aptos"/>
              </a:defRPr>
            </a:pPr>
            <a:r>
              <a:rPr sz="3150" b="1">
                <a:solidFill>
                  <a:srgbClr val="FFFFFF"/>
                </a:solidFill>
                <a:latin typeface="Aptos"/>
                <a:ea typeface="Aptos"/>
                <a:cs typeface="Aptos"/>
              </a:rPr>
              <a:t>The next milestone is a real task comparison</a:t>
            </a:r>
          </a:p>
        </p:txBody>
      </p:sp>
      <p:sp>
        <p:nvSpPr>
          <p:cNvPr id="2" name="">
            <a:extLst xmlns:a="http://schemas.openxmlformats.org/drawingml/2006/main">
              <a:ext uri="{FF2B5EF4-FFF2-40B4-BE49-F238E27FC236}">
                <a16:creationId xmlns:a16="http://schemas.microsoft.com/office/drawing/2014/main" id="{C1CFA254-F76C-4C35-8FF1-05C77EDECA52}"/>
              </a:ext>
            </a:extLst>
          </p:cNvPr>
          <p:cNvSpPr>
            <a:spLocks xmlns:a="http://schemas.openxmlformats.org/drawingml/2006/main" noGrp="1"/>
          </p:cNvSpPr>
          <p:nvPr/>
        </p:nvSpPr>
        <p:spPr>
          <a:xfrm xmlns:a="http://schemas.openxmlformats.org/drawingml/2006/main">
            <a:off x="609600" y="64293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D3CB"/>
                </a:solidFill>
                <a:latin typeface="Aptos"/>
                <a:ea typeface="Aptos"/>
                <a:cs typeface="Aptos"/>
              </a:defRPr>
            </a:defPPr>
            <a:lvl1pPr>
              <a:defRPr sz="1125" b="0">
                <a:solidFill>
                  <a:srgbClr val="B6D3CB"/>
                </a:solidFill>
                <a:latin typeface="Aptos"/>
                <a:ea typeface="Aptos"/>
                <a:cs typeface="Aptos"/>
              </a:defRPr>
            </a:lvl1pPr>
            <a:lvl2pPr>
              <a:defRPr sz="1125" b="0">
                <a:solidFill>
                  <a:srgbClr val="B6D3CB"/>
                </a:solidFill>
                <a:latin typeface="Aptos"/>
                <a:ea typeface="Aptos"/>
                <a:cs typeface="Aptos"/>
              </a:defRPr>
            </a:lvl2pPr>
            <a:lvl3pPr>
              <a:defRPr sz="1125" b="0">
                <a:solidFill>
                  <a:srgbClr val="B6D3CB"/>
                </a:solidFill>
                <a:latin typeface="Aptos"/>
                <a:ea typeface="Aptos"/>
                <a:cs typeface="Aptos"/>
              </a:defRPr>
            </a:lvl3pPr>
            <a:lvl4pPr>
              <a:defRPr sz="1125" b="0">
                <a:solidFill>
                  <a:srgbClr val="B6D3CB"/>
                </a:solidFill>
                <a:latin typeface="Aptos"/>
                <a:ea typeface="Aptos"/>
                <a:cs typeface="Aptos"/>
              </a:defRPr>
            </a:lvl4pPr>
            <a:lvl5pPr>
              <a:defRPr sz="1125" b="0">
                <a:solidFill>
                  <a:srgbClr val="B6D3CB"/>
                </a:solidFill>
                <a:latin typeface="Aptos"/>
                <a:ea typeface="Aptos"/>
                <a:cs typeface="Aptos"/>
              </a:defRPr>
            </a:lvl5pPr>
            <a:lvl6pPr>
              <a:defRPr sz="1125" b="0">
                <a:solidFill>
                  <a:srgbClr val="B6D3CB"/>
                </a:solidFill>
                <a:latin typeface="Aptos"/>
                <a:ea typeface="Aptos"/>
                <a:cs typeface="Aptos"/>
              </a:defRPr>
            </a:lvl6pPr>
            <a:lvl7pPr>
              <a:defRPr sz="1125" b="0">
                <a:solidFill>
                  <a:srgbClr val="B6D3CB"/>
                </a:solidFill>
                <a:latin typeface="Aptos"/>
                <a:ea typeface="Aptos"/>
                <a:cs typeface="Aptos"/>
              </a:defRPr>
            </a:lvl7pPr>
            <a:lvl8pPr>
              <a:defRPr sz="1125" b="0">
                <a:solidFill>
                  <a:srgbClr val="B6D3CB"/>
                </a:solidFill>
                <a:latin typeface="Aptos"/>
                <a:ea typeface="Aptos"/>
                <a:cs typeface="Aptos"/>
              </a:defRPr>
            </a:lvl8pPr>
            <a:lvl9pPr>
              <a:defRPr sz="1125" b="0">
                <a:solidFill>
                  <a:srgbClr val="B6D3CB"/>
                </a:solidFill>
                <a:latin typeface="Aptos"/>
                <a:ea typeface="Aptos"/>
                <a:cs typeface="Aptos"/>
              </a:defRPr>
            </a:lvl9pPr>
          </a:lstStyle>
          <a:p xmlns:a="http://schemas.openxmlformats.org/drawingml/2006/main">
            <a:pPr>
              <a:defRPr sz="1125" b="0">
                <a:solidFill>
                  <a:srgbClr val="B6D3CB"/>
                </a:solidFill>
                <a:latin typeface="Aptos"/>
                <a:ea typeface="Aptos"/>
                <a:cs typeface="Aptos"/>
              </a:defRPr>
            </a:pPr>
            <a:r>
              <a:rPr sz="1125" b="0">
                <a:solidFill>
                  <a:srgbClr val="B6D3CB"/>
                </a:solidFill>
                <a:latin typeface="Aptos"/>
                <a:ea typeface="Aptos"/>
                <a:cs typeface="Aptos"/>
              </a:rPr>
              <a:t>Demand Pulse  /  v31 team update  /  24 October 2026</a:t>
            </a:r>
          </a:p>
        </p:txBody>
      </p:sp>
      <p:sp>
        <p:nvSpPr>
          <p:cNvPr id="3" name="">
            <a:extLst xmlns:a="http://schemas.openxmlformats.org/drawingml/2006/main">
              <a:ext uri="{FF2B5EF4-FFF2-40B4-BE49-F238E27FC236}">
                <a16:creationId xmlns:a16="http://schemas.microsoft.com/office/drawing/2014/main" id="{1FF9B300-AA51-4CEF-98C4-DC11DE84FB92}"/>
              </a:ext>
            </a:extLst>
          </p:cNvPr>
          <p:cNvSpPr>
            <a:spLocks xmlns:a="http://schemas.openxmlformats.org/drawingml/2006/main" noGrp="1"/>
          </p:cNvSpPr>
          <p:nvPr/>
        </p:nvSpPr>
        <p:spPr>
          <a:xfrm xmlns:a="http://schemas.openxmlformats.org/drawingml/2006/main">
            <a:off x="11049000" y="64293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D3CB"/>
                </a:solidFill>
                <a:latin typeface="Aptos"/>
                <a:ea typeface="Aptos"/>
                <a:cs typeface="Aptos"/>
              </a:defRPr>
            </a:defPPr>
            <a:lvl1pPr>
              <a:defRPr sz="1125" b="0">
                <a:solidFill>
                  <a:srgbClr val="B6D3CB"/>
                </a:solidFill>
                <a:latin typeface="Aptos"/>
                <a:ea typeface="Aptos"/>
                <a:cs typeface="Aptos"/>
              </a:defRPr>
            </a:lvl1pPr>
            <a:lvl2pPr>
              <a:defRPr sz="1125" b="0">
                <a:solidFill>
                  <a:srgbClr val="B6D3CB"/>
                </a:solidFill>
                <a:latin typeface="Aptos"/>
                <a:ea typeface="Aptos"/>
                <a:cs typeface="Aptos"/>
              </a:defRPr>
            </a:lvl2pPr>
            <a:lvl3pPr>
              <a:defRPr sz="1125" b="0">
                <a:solidFill>
                  <a:srgbClr val="B6D3CB"/>
                </a:solidFill>
                <a:latin typeface="Aptos"/>
                <a:ea typeface="Aptos"/>
                <a:cs typeface="Aptos"/>
              </a:defRPr>
            </a:lvl3pPr>
            <a:lvl4pPr>
              <a:defRPr sz="1125" b="0">
                <a:solidFill>
                  <a:srgbClr val="B6D3CB"/>
                </a:solidFill>
                <a:latin typeface="Aptos"/>
                <a:ea typeface="Aptos"/>
                <a:cs typeface="Aptos"/>
              </a:defRPr>
            </a:lvl4pPr>
            <a:lvl5pPr>
              <a:defRPr sz="1125" b="0">
                <a:solidFill>
                  <a:srgbClr val="B6D3CB"/>
                </a:solidFill>
                <a:latin typeface="Aptos"/>
                <a:ea typeface="Aptos"/>
                <a:cs typeface="Aptos"/>
              </a:defRPr>
            </a:lvl5pPr>
            <a:lvl6pPr>
              <a:defRPr sz="1125" b="0">
                <a:solidFill>
                  <a:srgbClr val="B6D3CB"/>
                </a:solidFill>
                <a:latin typeface="Aptos"/>
                <a:ea typeface="Aptos"/>
                <a:cs typeface="Aptos"/>
              </a:defRPr>
            </a:lvl6pPr>
            <a:lvl7pPr>
              <a:defRPr sz="1125" b="0">
                <a:solidFill>
                  <a:srgbClr val="B6D3CB"/>
                </a:solidFill>
                <a:latin typeface="Aptos"/>
                <a:ea typeface="Aptos"/>
                <a:cs typeface="Aptos"/>
              </a:defRPr>
            </a:lvl7pPr>
            <a:lvl8pPr>
              <a:defRPr sz="1125" b="0">
                <a:solidFill>
                  <a:srgbClr val="B6D3CB"/>
                </a:solidFill>
                <a:latin typeface="Aptos"/>
                <a:ea typeface="Aptos"/>
                <a:cs typeface="Aptos"/>
              </a:defRPr>
            </a:lvl8pPr>
            <a:lvl9pPr>
              <a:defRPr sz="1125" b="0">
                <a:solidFill>
                  <a:srgbClr val="B6D3CB"/>
                </a:solidFill>
                <a:latin typeface="Aptos"/>
                <a:ea typeface="Aptos"/>
                <a:cs typeface="Aptos"/>
              </a:defRPr>
            </a:lvl9pPr>
          </a:lstStyle>
          <a:p xmlns:a="http://schemas.openxmlformats.org/drawingml/2006/main">
            <a:pPr>
              <a:defRPr sz="1125" b="0">
                <a:solidFill>
                  <a:srgbClr val="B6D3CB"/>
                </a:solidFill>
                <a:latin typeface="Aptos"/>
                <a:ea typeface="Aptos"/>
                <a:cs typeface="Aptos"/>
              </a:defRPr>
            </a:pPr>
            <a:r>
              <a:rPr sz="1125" b="0">
                <a:solidFill>
                  <a:srgbClr val="B6D3CB"/>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D8B93FC2-B9A1-4FFB-B520-BEF3728B26D5}"/>
              </a:ext>
            </a:extLst>
          </p:cNvPr>
          <p:cNvSpPr>
            <a:spLocks xmlns:a="http://schemas.openxmlformats.org/drawingml/2006/main" noGrp="1"/>
          </p:cNvSpPr>
          <p:nvPr/>
        </p:nvSpPr>
        <p:spPr>
          <a:xfrm xmlns:a="http://schemas.openxmlformats.org/drawingml/2006/main">
            <a:off x="609600" y="1809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ptos"/>
                <a:ea typeface="Aptos"/>
                <a:cs typeface="Aptos"/>
              </a:defRPr>
            </a:defPPr>
            <a:lvl1pPr>
              <a:defRPr sz="3450" b="1">
                <a:solidFill>
                  <a:srgbClr val="FFFFFF"/>
                </a:solidFill>
                <a:latin typeface="Aptos"/>
                <a:ea typeface="Aptos"/>
                <a:cs typeface="Aptos"/>
              </a:defRPr>
            </a:lvl1pPr>
            <a:lvl2pPr>
              <a:defRPr sz="3450" b="1">
                <a:solidFill>
                  <a:srgbClr val="FFFFFF"/>
                </a:solidFill>
                <a:latin typeface="Aptos"/>
                <a:ea typeface="Aptos"/>
                <a:cs typeface="Aptos"/>
              </a:defRPr>
            </a:lvl2pPr>
            <a:lvl3pPr>
              <a:defRPr sz="3450" b="1">
                <a:solidFill>
                  <a:srgbClr val="FFFFFF"/>
                </a:solidFill>
                <a:latin typeface="Aptos"/>
                <a:ea typeface="Aptos"/>
                <a:cs typeface="Aptos"/>
              </a:defRPr>
            </a:lvl3pPr>
            <a:lvl4pPr>
              <a:defRPr sz="3450" b="1">
                <a:solidFill>
                  <a:srgbClr val="FFFFFF"/>
                </a:solidFill>
                <a:latin typeface="Aptos"/>
                <a:ea typeface="Aptos"/>
                <a:cs typeface="Aptos"/>
              </a:defRPr>
            </a:lvl4pPr>
            <a:lvl5pPr>
              <a:defRPr sz="3450" b="1">
                <a:solidFill>
                  <a:srgbClr val="FFFFFF"/>
                </a:solidFill>
                <a:latin typeface="Aptos"/>
                <a:ea typeface="Aptos"/>
                <a:cs typeface="Aptos"/>
              </a:defRPr>
            </a:lvl5pPr>
            <a:lvl6pPr>
              <a:defRPr sz="3450" b="1">
                <a:solidFill>
                  <a:srgbClr val="FFFFFF"/>
                </a:solidFill>
                <a:latin typeface="Aptos"/>
                <a:ea typeface="Aptos"/>
                <a:cs typeface="Aptos"/>
              </a:defRPr>
            </a:lvl6pPr>
            <a:lvl7pPr>
              <a:defRPr sz="3450" b="1">
                <a:solidFill>
                  <a:srgbClr val="FFFFFF"/>
                </a:solidFill>
                <a:latin typeface="Aptos"/>
                <a:ea typeface="Aptos"/>
                <a:cs typeface="Aptos"/>
              </a:defRPr>
            </a:lvl7pPr>
            <a:lvl8pPr>
              <a:defRPr sz="3450" b="1">
                <a:solidFill>
                  <a:srgbClr val="FFFFFF"/>
                </a:solidFill>
                <a:latin typeface="Aptos"/>
                <a:ea typeface="Aptos"/>
                <a:cs typeface="Aptos"/>
              </a:defRPr>
            </a:lvl8pPr>
            <a:lvl9pPr>
              <a:defRPr sz="3450" b="1">
                <a:solidFill>
                  <a:srgbClr val="FFFFFF"/>
                </a:solidFill>
                <a:latin typeface="Aptos"/>
                <a:ea typeface="Aptos"/>
                <a:cs typeface="Aptos"/>
              </a:defRPr>
            </a:lvl9pPr>
          </a:lstStyle>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One recent replenishment task</a:t>
            </a:r>
          </a:p>
        </p:txBody>
      </p:sp>
      <p:sp>
        <p:nvSpPr>
          <p:cNvPr id="5" name="">
            <a:extLst xmlns:a="http://schemas.openxmlformats.org/drawingml/2006/main">
              <a:ext uri="{FF2B5EF4-FFF2-40B4-BE49-F238E27FC236}">
                <a16:creationId xmlns:a16="http://schemas.microsoft.com/office/drawing/2014/main" id="{92E981F7-D0A8-47B8-B400-E36579F9F0C8}"/>
              </a:ext>
            </a:extLst>
          </p:cNvPr>
          <p:cNvSpPr>
            <a:spLocks xmlns:a="http://schemas.openxmlformats.org/drawingml/2006/main" noGrp="1"/>
          </p:cNvSpPr>
          <p:nvPr/>
        </p:nvSpPr>
        <p:spPr>
          <a:xfrm xmlns:a="http://schemas.openxmlformats.org/drawingml/2006/main">
            <a:off x="609600" y="2905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7E8E1"/>
                </a:solidFill>
                <a:latin typeface="Aptos"/>
                <a:ea typeface="Aptos"/>
                <a:cs typeface="Aptos"/>
              </a:defRPr>
            </a:defPPr>
            <a:lvl1pPr>
              <a:defRPr sz="2400" b="0">
                <a:solidFill>
                  <a:srgbClr val="D7E8E1"/>
                </a:solidFill>
                <a:latin typeface="Aptos"/>
                <a:ea typeface="Aptos"/>
                <a:cs typeface="Aptos"/>
              </a:defRPr>
            </a:lvl1pPr>
            <a:lvl2pPr>
              <a:defRPr sz="2400" b="0">
                <a:solidFill>
                  <a:srgbClr val="D7E8E1"/>
                </a:solidFill>
                <a:latin typeface="Aptos"/>
                <a:ea typeface="Aptos"/>
                <a:cs typeface="Aptos"/>
              </a:defRPr>
            </a:lvl2pPr>
            <a:lvl3pPr>
              <a:defRPr sz="2400" b="0">
                <a:solidFill>
                  <a:srgbClr val="D7E8E1"/>
                </a:solidFill>
                <a:latin typeface="Aptos"/>
                <a:ea typeface="Aptos"/>
                <a:cs typeface="Aptos"/>
              </a:defRPr>
            </a:lvl3pPr>
            <a:lvl4pPr>
              <a:defRPr sz="2400" b="0">
                <a:solidFill>
                  <a:srgbClr val="D7E8E1"/>
                </a:solidFill>
                <a:latin typeface="Aptos"/>
                <a:ea typeface="Aptos"/>
                <a:cs typeface="Aptos"/>
              </a:defRPr>
            </a:lvl4pPr>
            <a:lvl5pPr>
              <a:defRPr sz="2400" b="0">
                <a:solidFill>
                  <a:srgbClr val="D7E8E1"/>
                </a:solidFill>
                <a:latin typeface="Aptos"/>
                <a:ea typeface="Aptos"/>
                <a:cs typeface="Aptos"/>
              </a:defRPr>
            </a:lvl5pPr>
            <a:lvl6pPr>
              <a:defRPr sz="2400" b="0">
                <a:solidFill>
                  <a:srgbClr val="D7E8E1"/>
                </a:solidFill>
                <a:latin typeface="Aptos"/>
                <a:ea typeface="Aptos"/>
                <a:cs typeface="Aptos"/>
              </a:defRPr>
            </a:lvl6pPr>
            <a:lvl7pPr>
              <a:defRPr sz="2400" b="0">
                <a:solidFill>
                  <a:srgbClr val="D7E8E1"/>
                </a:solidFill>
                <a:latin typeface="Aptos"/>
                <a:ea typeface="Aptos"/>
                <a:cs typeface="Aptos"/>
              </a:defRPr>
            </a:lvl7pPr>
            <a:lvl8pPr>
              <a:defRPr sz="2400" b="0">
                <a:solidFill>
                  <a:srgbClr val="D7E8E1"/>
                </a:solidFill>
                <a:latin typeface="Aptos"/>
                <a:ea typeface="Aptos"/>
                <a:cs typeface="Aptos"/>
              </a:defRPr>
            </a:lvl8pPr>
            <a:lvl9pPr>
              <a:defRPr sz="2400" b="0">
                <a:solidFill>
                  <a:srgbClr val="D7E8E1"/>
                </a:solidFill>
                <a:latin typeface="Aptos"/>
                <a:ea typeface="Aptos"/>
                <a:cs typeface="Aptos"/>
              </a:defRPr>
            </a:lvl9pPr>
          </a:lstStyle>
          <a:p xmlns:a="http://schemas.openxmlformats.org/drawingml/2006/main">
            <a:pPr>
              <a:defRPr sz="2400" b="0">
                <a:solidFill>
                  <a:srgbClr val="D7E8E1"/>
                </a:solidFill>
                <a:latin typeface="Aptos"/>
                <a:ea typeface="Aptos"/>
                <a:cs typeface="Aptos"/>
              </a:defRPr>
            </a:pPr>
            <a:r>
              <a:rPr sz="2400" b="0">
                <a:solidFill>
                  <a:srgbClr val="D7E8E1"/>
                </a:solidFill>
                <a:latin typeface="Aptos"/>
                <a:ea typeface="Aptos"/>
                <a:cs typeface="Aptos"/>
              </a:rPr>
              <a:t>Same evidence and information boundary</a:t>
            </a:r>
          </a:p>
        </p:txBody>
      </p:sp>
      <p:sp>
        <p:nvSpPr>
          <p:cNvPr id="6" name="">
            <a:extLst xmlns:a="http://schemas.openxmlformats.org/drawingml/2006/main">
              <a:ext uri="{FF2B5EF4-FFF2-40B4-BE49-F238E27FC236}">
                <a16:creationId xmlns:a16="http://schemas.microsoft.com/office/drawing/2014/main" id="{A4B462BB-E0D2-4855-84A0-92BE51BB9CBC}"/>
              </a:ext>
            </a:extLst>
          </p:cNvPr>
          <p:cNvSpPr>
            <a:spLocks xmlns:a="http://schemas.openxmlformats.org/drawingml/2006/main" noGrp="1"/>
          </p:cNvSpPr>
          <p:nvPr/>
        </p:nvSpPr>
        <p:spPr>
          <a:xfrm xmlns:a="http://schemas.openxmlformats.org/drawingml/2006/main">
            <a:off x="609600" y="385762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FFFFF"/>
                </a:solidFill>
                <a:latin typeface="Aptos"/>
                <a:ea typeface="Aptos"/>
                <a:cs typeface="Aptos"/>
              </a:defRPr>
            </a:defPPr>
            <a:lvl1pPr>
              <a:defRPr sz="2325" b="1">
                <a:solidFill>
                  <a:srgbClr val="FFFFFF"/>
                </a:solidFill>
                <a:latin typeface="Aptos"/>
                <a:ea typeface="Aptos"/>
                <a:cs typeface="Aptos"/>
              </a:defRPr>
            </a:lvl1pPr>
            <a:lvl2pPr>
              <a:defRPr sz="2325" b="1">
                <a:solidFill>
                  <a:srgbClr val="FFFFFF"/>
                </a:solidFill>
                <a:latin typeface="Aptos"/>
                <a:ea typeface="Aptos"/>
                <a:cs typeface="Aptos"/>
              </a:defRPr>
            </a:lvl2pPr>
            <a:lvl3pPr>
              <a:defRPr sz="2325" b="1">
                <a:solidFill>
                  <a:srgbClr val="FFFFFF"/>
                </a:solidFill>
                <a:latin typeface="Aptos"/>
                <a:ea typeface="Aptos"/>
                <a:cs typeface="Aptos"/>
              </a:defRPr>
            </a:lvl3pPr>
            <a:lvl4pPr>
              <a:defRPr sz="2325" b="1">
                <a:solidFill>
                  <a:srgbClr val="FFFFFF"/>
                </a:solidFill>
                <a:latin typeface="Aptos"/>
                <a:ea typeface="Aptos"/>
                <a:cs typeface="Aptos"/>
              </a:defRPr>
            </a:lvl4pPr>
            <a:lvl5pPr>
              <a:defRPr sz="2325" b="1">
                <a:solidFill>
                  <a:srgbClr val="FFFFFF"/>
                </a:solidFill>
                <a:latin typeface="Aptos"/>
                <a:ea typeface="Aptos"/>
                <a:cs typeface="Aptos"/>
              </a:defRPr>
            </a:lvl5pPr>
            <a:lvl6pPr>
              <a:defRPr sz="2325" b="1">
                <a:solidFill>
                  <a:srgbClr val="FFFFFF"/>
                </a:solidFill>
                <a:latin typeface="Aptos"/>
                <a:ea typeface="Aptos"/>
                <a:cs typeface="Aptos"/>
              </a:defRPr>
            </a:lvl6pPr>
            <a:lvl7pPr>
              <a:defRPr sz="2325" b="1">
                <a:solidFill>
                  <a:srgbClr val="FFFFFF"/>
                </a:solidFill>
                <a:latin typeface="Aptos"/>
                <a:ea typeface="Aptos"/>
                <a:cs typeface="Aptos"/>
              </a:defRPr>
            </a:lvl7pPr>
            <a:lvl8pPr>
              <a:defRPr sz="2325" b="1">
                <a:solidFill>
                  <a:srgbClr val="FFFFFF"/>
                </a:solidFill>
                <a:latin typeface="Aptos"/>
                <a:ea typeface="Aptos"/>
                <a:cs typeface="Aptos"/>
              </a:defRPr>
            </a:lvl8pPr>
            <a:lvl9pPr>
              <a:defRPr sz="2325" b="1">
                <a:solidFill>
                  <a:srgbClr val="FFFFFF"/>
                </a:solidFill>
                <a:latin typeface="Aptos"/>
                <a:ea typeface="Aptos"/>
                <a:cs typeface="Aptos"/>
              </a:defRPr>
            </a:lvl9pPr>
          </a:lstStyle>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Current process</a:t>
            </a:r>
          </a:p>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Form and rules</a:t>
            </a:r>
          </a:p>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Agent assistance</a:t>
            </a:r>
          </a:p>
        </p:txBody>
      </p:sp>
      <p:sp>
        <p:nvSpPr>
          <p:cNvPr id="7" name="">
            <a:extLst xmlns:a="http://schemas.openxmlformats.org/drawingml/2006/main">
              <a:ext uri="{FF2B5EF4-FFF2-40B4-BE49-F238E27FC236}">
                <a16:creationId xmlns:a16="http://schemas.microsoft.com/office/drawing/2014/main" id="{A8431B8D-985E-453A-9D42-305E72728381}"/>
              </a:ext>
            </a:extLst>
          </p:cNvPr>
          <p:cNvSpPr>
            <a:spLocks xmlns:a="http://schemas.openxmlformats.org/drawingml/2006/main" noGrp="1"/>
          </p:cNvSpPr>
          <p:nvPr/>
        </p:nvSpPr>
        <p:spPr>
          <a:xfrm xmlns:a="http://schemas.openxmlformats.org/drawingml/2006/main">
            <a:off x="6477000" y="385762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7E8E1"/>
                </a:solidFill>
                <a:latin typeface="Aptos"/>
                <a:ea typeface="Aptos"/>
                <a:cs typeface="Aptos"/>
              </a:defRPr>
            </a:defPPr>
            <a:lvl1pPr>
              <a:defRPr sz="2325" b="0">
                <a:solidFill>
                  <a:srgbClr val="D7E8E1"/>
                </a:solidFill>
                <a:latin typeface="Aptos"/>
                <a:ea typeface="Aptos"/>
                <a:cs typeface="Aptos"/>
              </a:defRPr>
            </a:lvl1pPr>
            <a:lvl2pPr>
              <a:defRPr sz="2325" b="0">
                <a:solidFill>
                  <a:srgbClr val="D7E8E1"/>
                </a:solidFill>
                <a:latin typeface="Aptos"/>
                <a:ea typeface="Aptos"/>
                <a:cs typeface="Aptos"/>
              </a:defRPr>
            </a:lvl2pPr>
            <a:lvl3pPr>
              <a:defRPr sz="2325" b="0">
                <a:solidFill>
                  <a:srgbClr val="D7E8E1"/>
                </a:solidFill>
                <a:latin typeface="Aptos"/>
                <a:ea typeface="Aptos"/>
                <a:cs typeface="Aptos"/>
              </a:defRPr>
            </a:lvl3pPr>
            <a:lvl4pPr>
              <a:defRPr sz="2325" b="0">
                <a:solidFill>
                  <a:srgbClr val="D7E8E1"/>
                </a:solidFill>
                <a:latin typeface="Aptos"/>
                <a:ea typeface="Aptos"/>
                <a:cs typeface="Aptos"/>
              </a:defRPr>
            </a:lvl4pPr>
            <a:lvl5pPr>
              <a:defRPr sz="2325" b="0">
                <a:solidFill>
                  <a:srgbClr val="D7E8E1"/>
                </a:solidFill>
                <a:latin typeface="Aptos"/>
                <a:ea typeface="Aptos"/>
                <a:cs typeface="Aptos"/>
              </a:defRPr>
            </a:lvl5pPr>
            <a:lvl6pPr>
              <a:defRPr sz="2325" b="0">
                <a:solidFill>
                  <a:srgbClr val="D7E8E1"/>
                </a:solidFill>
                <a:latin typeface="Aptos"/>
                <a:ea typeface="Aptos"/>
                <a:cs typeface="Aptos"/>
              </a:defRPr>
            </a:lvl6pPr>
            <a:lvl7pPr>
              <a:defRPr sz="2325" b="0">
                <a:solidFill>
                  <a:srgbClr val="D7E8E1"/>
                </a:solidFill>
                <a:latin typeface="Aptos"/>
                <a:ea typeface="Aptos"/>
                <a:cs typeface="Aptos"/>
              </a:defRPr>
            </a:lvl7pPr>
            <a:lvl8pPr>
              <a:defRPr sz="2325" b="0">
                <a:solidFill>
                  <a:srgbClr val="D7E8E1"/>
                </a:solidFill>
                <a:latin typeface="Aptos"/>
                <a:ea typeface="Aptos"/>
                <a:cs typeface="Aptos"/>
              </a:defRPr>
            </a:lvl8pPr>
            <a:lvl9pPr>
              <a:defRPr sz="2325" b="0">
                <a:solidFill>
                  <a:srgbClr val="D7E8E1"/>
                </a:solidFill>
                <a:latin typeface="Aptos"/>
                <a:ea typeface="Aptos"/>
                <a:cs typeface="Aptos"/>
              </a:defRPr>
            </a:lvl9pPr>
          </a:lstStyle>
          <a:p xmlns:a="http://schemas.openxmlformats.org/drawingml/2006/main">
            <a:pPr>
              <a:defRPr sz="2325" b="0">
                <a:solidFill>
                  <a:srgbClr val="D7E8E1"/>
                </a:solidFill>
                <a:latin typeface="Aptos"/>
                <a:ea typeface="Aptos"/>
                <a:cs typeface="Aptos"/>
              </a:defRPr>
            </a:pPr>
            <a:r>
              <a:rPr sz="2325" b="0">
                <a:solidFill>
                  <a:srgbClr val="D7E8E1"/>
                </a:solidFill>
                <a:latin typeface="Aptos"/>
                <a:ea typeface="Aptos"/>
                <a:cs typeface="Aptos"/>
              </a:rPr>
              <a:t>Compare critical errors,</a:t>
            </a:r>
          </a:p>
          <a:p xmlns:a="http://schemas.openxmlformats.org/drawingml/2006/main">
            <a:pPr>
              <a:defRPr sz="2325" b="0">
                <a:solidFill>
                  <a:srgbClr val="D7E8E1"/>
                </a:solidFill>
                <a:latin typeface="Aptos"/>
                <a:ea typeface="Aptos"/>
                <a:cs typeface="Aptos"/>
              </a:defRPr>
            </a:pPr>
            <a:r>
              <a:rPr sz="2325" b="0">
                <a:solidFill>
                  <a:srgbClr val="D7E8E1"/>
                </a:solidFill>
                <a:latin typeface="Aptos"/>
                <a:ea typeface="Aptos"/>
                <a:cs typeface="Aptos"/>
              </a:rPr>
              <a:t>active human time</a:t>
            </a:r>
          </a:p>
          <a:p xmlns:a="http://schemas.openxmlformats.org/drawingml/2006/main">
            <a:pPr>
              <a:defRPr sz="2325" b="0">
                <a:solidFill>
                  <a:srgbClr val="D7E8E1"/>
                </a:solidFill>
                <a:latin typeface="Aptos"/>
                <a:ea typeface="Aptos"/>
                <a:cs typeface="Aptos"/>
              </a:defRPr>
            </a:pPr>
            <a:r>
              <a:rPr sz="2325" b="0">
                <a:solidFill>
                  <a:srgbClr val="D7E8E1"/>
                </a:solidFill>
                <a:latin typeface="Aptos"/>
                <a:ea typeface="Aptos"/>
                <a:cs typeface="Aptos"/>
              </a:rPr>
              <a:t>and correction effort</a:t>
            </a:r>
          </a:p>
        </p:txBody>
      </p:sp>
      <p:sp>
        <p:nvSpPr>
          <p:cNvPr id="8" name="">
            <a:extLst xmlns:a="http://schemas.openxmlformats.org/drawingml/2006/main">
              <a:ext uri="{FF2B5EF4-FFF2-40B4-BE49-F238E27FC236}">
                <a16:creationId xmlns:a16="http://schemas.microsoft.com/office/drawing/2014/main" id="{247615AE-41BF-495C-BF9A-F50DAFD8E166}"/>
              </a:ext>
            </a:extLst>
          </p:cNvPr>
          <p:cNvSpPr>
            <a:spLocks xmlns:a="http://schemas.openxmlformats.org/drawingml/2006/main" noGrp="1"/>
          </p:cNvSpPr>
          <p:nvPr/>
        </p:nvSpPr>
        <p:spPr>
          <a:xfrm xmlns:a="http://schemas.openxmlformats.org/drawingml/2006/main">
            <a:off x="609600" y="59055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4DED6"/>
                </a:solidFill>
                <a:latin typeface="Aptos"/>
                <a:ea typeface="Aptos"/>
                <a:cs typeface="Aptos"/>
              </a:defRPr>
            </a:defPPr>
            <a:lvl1pPr>
              <a:defRPr sz="1650" b="0">
                <a:solidFill>
                  <a:srgbClr val="C4DED6"/>
                </a:solidFill>
                <a:latin typeface="Aptos"/>
                <a:ea typeface="Aptos"/>
                <a:cs typeface="Aptos"/>
              </a:defRPr>
            </a:lvl1pPr>
            <a:lvl2pPr>
              <a:defRPr sz="1650" b="0">
                <a:solidFill>
                  <a:srgbClr val="C4DED6"/>
                </a:solidFill>
                <a:latin typeface="Aptos"/>
                <a:ea typeface="Aptos"/>
                <a:cs typeface="Aptos"/>
              </a:defRPr>
            </a:lvl2pPr>
            <a:lvl3pPr>
              <a:defRPr sz="1650" b="0">
                <a:solidFill>
                  <a:srgbClr val="C4DED6"/>
                </a:solidFill>
                <a:latin typeface="Aptos"/>
                <a:ea typeface="Aptos"/>
                <a:cs typeface="Aptos"/>
              </a:defRPr>
            </a:lvl3pPr>
            <a:lvl4pPr>
              <a:defRPr sz="1650" b="0">
                <a:solidFill>
                  <a:srgbClr val="C4DED6"/>
                </a:solidFill>
                <a:latin typeface="Aptos"/>
                <a:ea typeface="Aptos"/>
                <a:cs typeface="Aptos"/>
              </a:defRPr>
            </a:lvl4pPr>
            <a:lvl5pPr>
              <a:defRPr sz="1650" b="0">
                <a:solidFill>
                  <a:srgbClr val="C4DED6"/>
                </a:solidFill>
                <a:latin typeface="Aptos"/>
                <a:ea typeface="Aptos"/>
                <a:cs typeface="Aptos"/>
              </a:defRPr>
            </a:lvl5pPr>
            <a:lvl6pPr>
              <a:defRPr sz="1650" b="0">
                <a:solidFill>
                  <a:srgbClr val="C4DED6"/>
                </a:solidFill>
                <a:latin typeface="Aptos"/>
                <a:ea typeface="Aptos"/>
                <a:cs typeface="Aptos"/>
              </a:defRPr>
            </a:lvl6pPr>
            <a:lvl7pPr>
              <a:defRPr sz="1650" b="0">
                <a:solidFill>
                  <a:srgbClr val="C4DED6"/>
                </a:solidFill>
                <a:latin typeface="Aptos"/>
                <a:ea typeface="Aptos"/>
                <a:cs typeface="Aptos"/>
              </a:defRPr>
            </a:lvl7pPr>
            <a:lvl8pPr>
              <a:defRPr sz="1650" b="0">
                <a:solidFill>
                  <a:srgbClr val="C4DED6"/>
                </a:solidFill>
                <a:latin typeface="Aptos"/>
                <a:ea typeface="Aptos"/>
                <a:cs typeface="Aptos"/>
              </a:defRPr>
            </a:lvl8pPr>
            <a:lvl9pPr>
              <a:defRPr sz="1650" b="0">
                <a:solidFill>
                  <a:srgbClr val="C4DED6"/>
                </a:solidFill>
                <a:latin typeface="Aptos"/>
                <a:ea typeface="Aptos"/>
                <a:cs typeface="Aptos"/>
              </a:defRPr>
            </a:lvl9pPr>
          </a:lstStyle>
          <a:p xmlns:a="http://schemas.openxmlformats.org/drawingml/2006/main">
            <a:pPr>
              <a:defRPr sz="1650" b="0">
                <a:solidFill>
                  <a:srgbClr val="C4DED6"/>
                </a:solidFill>
                <a:latin typeface="Aptos"/>
                <a:ea typeface="Aptos"/>
                <a:cs typeface="Aptos"/>
              </a:defRPr>
            </a:pPr>
            <a:r>
              <a:rPr sz="1650" b="0">
                <a:solidFill>
                  <a:srgbClr val="C4DED6"/>
                </a:solidFill>
                <a:latin typeface="Aptos"/>
                <a:ea typeface="Aptos"/>
                <a:cs typeface="Aptos"/>
              </a:rPr>
              <a:t>Demo: http://127.0.0.1:8794/  (local machine only)</a:t>
            </a:r>
          </a:p>
        </p:txBody>
      </p:sp>
    </p:spTree>
    <p:extLst>
      <p:ext uri="{BB962C8B-B14F-4D97-AF65-F5344CB8AC3E}">
        <p14:creationId xmlns:p14="http://schemas.microsoft.com/office/powerpoint/2010/main" val="649736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2026-10-24T20:31:42.3920000Z</dcterms:created>
  <dcterms:modified xsi:type="dcterms:W3CDTF">2026-10-24T20:31:42.3920000Z</dcterms:modified>
</coreProperties>
</file>